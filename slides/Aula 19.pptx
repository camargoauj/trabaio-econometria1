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409" r:id="rId2"/>
    <p:sldId id="374" r:id="rId3"/>
    <p:sldId id="375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401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402" r:id="rId23"/>
    <p:sldId id="403" r:id="rId24"/>
    <p:sldId id="406" r:id="rId25"/>
    <p:sldId id="404" r:id="rId26"/>
    <p:sldId id="405" r:id="rId27"/>
    <p:sldId id="407" r:id="rId28"/>
    <p:sldId id="408" r:id="rId2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SOnBTX3+4WX6EN1RkpxStfZz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7E1749-EBCC-4D14-A5A0-186D3A62018C}" v="76" dt="2026-05-24T12:28:57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a Rocha" userId="190b7ccf4a003b3b" providerId="LiveId" clId="{88F75F10-EEC7-4A7E-A77F-5B7266B80D9B}"/>
    <pc:docChg chg="custSel addSld delSld modSld sldOrd">
      <pc:chgData name="Fabiana Rocha" userId="190b7ccf4a003b3b" providerId="LiveId" clId="{88F75F10-EEC7-4A7E-A77F-5B7266B80D9B}" dt="2026-05-24T12:40:11.567" v="441" actId="20577"/>
      <pc:docMkLst>
        <pc:docMk/>
      </pc:docMkLst>
      <pc:sldChg chg="modSp mod">
        <pc:chgData name="Fabiana Rocha" userId="190b7ccf4a003b3b" providerId="LiveId" clId="{88F75F10-EEC7-4A7E-A77F-5B7266B80D9B}" dt="2026-05-24T12:20:12.320" v="312" actId="20577"/>
        <pc:sldMkLst>
          <pc:docMk/>
          <pc:sldMk cId="515693274" sldId="374"/>
        </pc:sldMkLst>
        <pc:spChg chg="mod">
          <ac:chgData name="Fabiana Rocha" userId="190b7ccf4a003b3b" providerId="LiveId" clId="{88F75F10-EEC7-4A7E-A77F-5B7266B80D9B}" dt="2026-05-22T14:42:01.811" v="36" actId="14100"/>
          <ac:spMkLst>
            <pc:docMk/>
            <pc:sldMk cId="515693274" sldId="374"/>
            <ac:spMk id="2" creationId="{00000000-0000-0000-0000-000000000000}"/>
          </ac:spMkLst>
        </pc:spChg>
        <pc:spChg chg="mod">
          <ac:chgData name="Fabiana Rocha" userId="190b7ccf4a003b3b" providerId="LiveId" clId="{88F75F10-EEC7-4A7E-A77F-5B7266B80D9B}" dt="2026-05-24T12:20:12.320" v="312" actId="20577"/>
          <ac:spMkLst>
            <pc:docMk/>
            <pc:sldMk cId="515693274" sldId="374"/>
            <ac:spMk id="4" creationId="{00000000-0000-0000-0000-000000000000}"/>
          </ac:spMkLst>
        </pc:spChg>
      </pc:sldChg>
      <pc:sldChg chg="modSp mod">
        <pc:chgData name="Fabiana Rocha" userId="190b7ccf4a003b3b" providerId="LiveId" clId="{88F75F10-EEC7-4A7E-A77F-5B7266B80D9B}" dt="2026-05-22T14:42:52.118" v="57" actId="14100"/>
        <pc:sldMkLst>
          <pc:docMk/>
          <pc:sldMk cId="68749042" sldId="375"/>
        </pc:sldMkLst>
        <pc:spChg chg="mod">
          <ac:chgData name="Fabiana Rocha" userId="190b7ccf4a003b3b" providerId="LiveId" clId="{88F75F10-EEC7-4A7E-A77F-5B7266B80D9B}" dt="2026-05-22T14:42:43.477" v="56" actId="114"/>
          <ac:spMkLst>
            <pc:docMk/>
            <pc:sldMk cId="68749042" sldId="375"/>
            <ac:spMk id="2" creationId="{A99EF1FA-59D4-8B0C-C8E6-54CEA7A450C6}"/>
          </ac:spMkLst>
        </pc:spChg>
        <pc:spChg chg="mod">
          <ac:chgData name="Fabiana Rocha" userId="190b7ccf4a003b3b" providerId="LiveId" clId="{88F75F10-EEC7-4A7E-A77F-5B7266B80D9B}" dt="2026-05-22T14:42:52.118" v="57" actId="14100"/>
          <ac:spMkLst>
            <pc:docMk/>
            <pc:sldMk cId="68749042" sldId="375"/>
            <ac:spMk id="4" creationId="{71C0B673-7D6A-7720-8292-41B43A1BAF92}"/>
          </ac:spMkLst>
        </pc:spChg>
      </pc:sldChg>
      <pc:sldChg chg="modSp mod">
        <pc:chgData name="Fabiana Rocha" userId="190b7ccf4a003b3b" providerId="LiveId" clId="{88F75F10-EEC7-4A7E-A77F-5B7266B80D9B}" dt="2026-05-22T14:43:07.515" v="59" actId="14100"/>
        <pc:sldMkLst>
          <pc:docMk/>
          <pc:sldMk cId="1217736012" sldId="376"/>
        </pc:sldMkLst>
        <pc:picChg chg="mod">
          <ac:chgData name="Fabiana Rocha" userId="190b7ccf4a003b3b" providerId="LiveId" clId="{88F75F10-EEC7-4A7E-A77F-5B7266B80D9B}" dt="2026-05-22T14:43:07.515" v="59" actId="14100"/>
          <ac:picMkLst>
            <pc:docMk/>
            <pc:sldMk cId="1217736012" sldId="376"/>
            <ac:picMk id="7" creationId="{A22CBF20-3EA4-5C23-4BD1-177C212EC5D8}"/>
          </ac:picMkLst>
        </pc:picChg>
      </pc:sldChg>
      <pc:sldChg chg="modSp mod">
        <pc:chgData name="Fabiana Rocha" userId="190b7ccf4a003b3b" providerId="LiveId" clId="{88F75F10-EEC7-4A7E-A77F-5B7266B80D9B}" dt="2026-05-22T14:44:49.215" v="138" actId="20577"/>
        <pc:sldMkLst>
          <pc:docMk/>
          <pc:sldMk cId="492857285" sldId="377"/>
        </pc:sldMkLst>
        <pc:spChg chg="mod">
          <ac:chgData name="Fabiana Rocha" userId="190b7ccf4a003b3b" providerId="LiveId" clId="{88F75F10-EEC7-4A7E-A77F-5B7266B80D9B}" dt="2026-05-22T14:43:34.828" v="68" actId="20577"/>
          <ac:spMkLst>
            <pc:docMk/>
            <pc:sldMk cId="492857285" sldId="377"/>
            <ac:spMk id="2" creationId="{099126DB-1D39-DB47-21A8-6305FD55680A}"/>
          </ac:spMkLst>
        </pc:spChg>
        <pc:spChg chg="mod">
          <ac:chgData name="Fabiana Rocha" userId="190b7ccf4a003b3b" providerId="LiveId" clId="{88F75F10-EEC7-4A7E-A77F-5B7266B80D9B}" dt="2026-05-22T14:44:49.215" v="138" actId="20577"/>
          <ac:spMkLst>
            <pc:docMk/>
            <pc:sldMk cId="492857285" sldId="377"/>
            <ac:spMk id="4" creationId="{60C38627-D40C-ABEC-768E-A7F8B4541DA5}"/>
          </ac:spMkLst>
        </pc:spChg>
      </pc:sldChg>
      <pc:sldChg chg="modSp mod">
        <pc:chgData name="Fabiana Rocha" userId="190b7ccf4a003b3b" providerId="LiveId" clId="{88F75F10-EEC7-4A7E-A77F-5B7266B80D9B}" dt="2026-05-24T12:25:26.295" v="313" actId="20577"/>
        <pc:sldMkLst>
          <pc:docMk/>
          <pc:sldMk cId="2816989303" sldId="378"/>
        </pc:sldMkLst>
        <pc:spChg chg="mod">
          <ac:chgData name="Fabiana Rocha" userId="190b7ccf4a003b3b" providerId="LiveId" clId="{88F75F10-EEC7-4A7E-A77F-5B7266B80D9B}" dt="2026-05-24T12:25:26.295" v="313" actId="20577"/>
          <ac:spMkLst>
            <pc:docMk/>
            <pc:sldMk cId="2816989303" sldId="378"/>
            <ac:spMk id="4" creationId="{08EEF8FF-A37D-2228-39B0-D48D40681F8E}"/>
          </ac:spMkLst>
        </pc:spChg>
      </pc:sldChg>
      <pc:sldChg chg="modSp mod">
        <pc:chgData name="Fabiana Rocha" userId="190b7ccf4a003b3b" providerId="LiveId" clId="{88F75F10-EEC7-4A7E-A77F-5B7266B80D9B}" dt="2026-05-22T14:45:51.087" v="144" actId="14100"/>
        <pc:sldMkLst>
          <pc:docMk/>
          <pc:sldMk cId="1579830724" sldId="379"/>
        </pc:sldMkLst>
        <pc:spChg chg="mod">
          <ac:chgData name="Fabiana Rocha" userId="190b7ccf4a003b3b" providerId="LiveId" clId="{88F75F10-EEC7-4A7E-A77F-5B7266B80D9B}" dt="2026-05-22T14:45:44.863" v="142" actId="207"/>
          <ac:spMkLst>
            <pc:docMk/>
            <pc:sldMk cId="1579830724" sldId="379"/>
            <ac:spMk id="2" creationId="{CE7215DE-2802-CF69-8DA1-99A446CDFDE5}"/>
          </ac:spMkLst>
        </pc:spChg>
        <pc:picChg chg="mod">
          <ac:chgData name="Fabiana Rocha" userId="190b7ccf4a003b3b" providerId="LiveId" clId="{88F75F10-EEC7-4A7E-A77F-5B7266B80D9B}" dt="2026-05-22T14:45:51.087" v="144" actId="14100"/>
          <ac:picMkLst>
            <pc:docMk/>
            <pc:sldMk cId="1579830724" sldId="379"/>
            <ac:picMk id="6" creationId="{D9DB3EDE-ADCD-1AF2-E55C-9443BF1E8D46}"/>
          </ac:picMkLst>
        </pc:picChg>
      </pc:sldChg>
      <pc:sldChg chg="modSp mod">
        <pc:chgData name="Fabiana Rocha" userId="190b7ccf4a003b3b" providerId="LiveId" clId="{88F75F10-EEC7-4A7E-A77F-5B7266B80D9B}" dt="2026-05-22T14:53:19.890" v="148" actId="14100"/>
        <pc:sldMkLst>
          <pc:docMk/>
          <pc:sldMk cId="104549767" sldId="380"/>
        </pc:sldMkLst>
        <pc:spChg chg="mod">
          <ac:chgData name="Fabiana Rocha" userId="190b7ccf4a003b3b" providerId="LiveId" clId="{88F75F10-EEC7-4A7E-A77F-5B7266B80D9B}" dt="2026-05-22T14:52:55.601" v="145" actId="207"/>
          <ac:spMkLst>
            <pc:docMk/>
            <pc:sldMk cId="104549767" sldId="380"/>
            <ac:spMk id="2" creationId="{50823254-1263-170E-1EDA-E477977B98A0}"/>
          </ac:spMkLst>
        </pc:spChg>
        <pc:spChg chg="mod">
          <ac:chgData name="Fabiana Rocha" userId="190b7ccf4a003b3b" providerId="LiveId" clId="{88F75F10-EEC7-4A7E-A77F-5B7266B80D9B}" dt="2026-05-22T14:53:19.890" v="148" actId="14100"/>
          <ac:spMkLst>
            <pc:docMk/>
            <pc:sldMk cId="104549767" sldId="380"/>
            <ac:spMk id="4" creationId="{88C60DC4-78AB-B4F7-B93C-1BEB7A9FDB74}"/>
          </ac:spMkLst>
        </pc:spChg>
      </pc:sldChg>
      <pc:sldChg chg="modSp mod">
        <pc:chgData name="Fabiana Rocha" userId="190b7ccf4a003b3b" providerId="LiveId" clId="{88F75F10-EEC7-4A7E-A77F-5B7266B80D9B}" dt="2026-05-24T12:28:19.525" v="346" actId="14100"/>
        <pc:sldMkLst>
          <pc:docMk/>
          <pc:sldMk cId="3504809325" sldId="381"/>
        </pc:sldMkLst>
        <pc:spChg chg="mod">
          <ac:chgData name="Fabiana Rocha" userId="190b7ccf4a003b3b" providerId="LiveId" clId="{88F75F10-EEC7-4A7E-A77F-5B7266B80D9B}" dt="2026-05-24T12:28:19.525" v="346" actId="14100"/>
          <ac:spMkLst>
            <pc:docMk/>
            <pc:sldMk cId="3504809325" sldId="381"/>
            <ac:spMk id="4" creationId="{A2E5B01E-79F0-03F8-6928-BEAA0159457A}"/>
          </ac:spMkLst>
        </pc:spChg>
      </pc:sldChg>
      <pc:sldChg chg="modSp mod">
        <pc:chgData name="Fabiana Rocha" userId="190b7ccf4a003b3b" providerId="LiveId" clId="{88F75F10-EEC7-4A7E-A77F-5B7266B80D9B}" dt="2026-05-24T12:27:30.570" v="316" actId="20577"/>
        <pc:sldMkLst>
          <pc:docMk/>
          <pc:sldMk cId="2924590845" sldId="382"/>
        </pc:sldMkLst>
        <pc:spChg chg="mod">
          <ac:chgData name="Fabiana Rocha" userId="190b7ccf4a003b3b" providerId="LiveId" clId="{88F75F10-EEC7-4A7E-A77F-5B7266B80D9B}" dt="2026-05-24T12:27:30.570" v="316" actId="20577"/>
          <ac:spMkLst>
            <pc:docMk/>
            <pc:sldMk cId="2924590845" sldId="382"/>
            <ac:spMk id="4" creationId="{5E9D32C8-FCDB-E456-BD68-99297D96192D}"/>
          </ac:spMkLst>
        </pc:spChg>
      </pc:sldChg>
      <pc:sldChg chg="modSp mod">
        <pc:chgData name="Fabiana Rocha" userId="190b7ccf4a003b3b" providerId="LiveId" clId="{88F75F10-EEC7-4A7E-A77F-5B7266B80D9B}" dt="2026-05-24T12:28:57.785" v="347" actId="20577"/>
        <pc:sldMkLst>
          <pc:docMk/>
          <pc:sldMk cId="463017996" sldId="383"/>
        </pc:sldMkLst>
        <pc:spChg chg="mod">
          <ac:chgData name="Fabiana Rocha" userId="190b7ccf4a003b3b" providerId="LiveId" clId="{88F75F10-EEC7-4A7E-A77F-5B7266B80D9B}" dt="2026-05-24T12:28:57.785" v="347" actId="20577"/>
          <ac:spMkLst>
            <pc:docMk/>
            <pc:sldMk cId="463017996" sldId="383"/>
            <ac:spMk id="4" creationId="{7FA6C74A-8E4D-3C85-BBAD-03C515C47A3E}"/>
          </ac:spMkLst>
        </pc:spChg>
      </pc:sldChg>
      <pc:sldChg chg="modSp mod">
        <pc:chgData name="Fabiana Rocha" userId="190b7ccf4a003b3b" providerId="LiveId" clId="{88F75F10-EEC7-4A7E-A77F-5B7266B80D9B}" dt="2026-05-22T14:57:24.448" v="216" actId="12"/>
        <pc:sldMkLst>
          <pc:docMk/>
          <pc:sldMk cId="2935303208" sldId="384"/>
        </pc:sldMkLst>
        <pc:spChg chg="mod">
          <ac:chgData name="Fabiana Rocha" userId="190b7ccf4a003b3b" providerId="LiveId" clId="{88F75F10-EEC7-4A7E-A77F-5B7266B80D9B}" dt="2026-05-22T14:56:02.212" v="199" actId="207"/>
          <ac:spMkLst>
            <pc:docMk/>
            <pc:sldMk cId="2935303208" sldId="384"/>
            <ac:spMk id="2" creationId="{E0E4838F-F48A-D33D-398D-A1B47746C262}"/>
          </ac:spMkLst>
        </pc:spChg>
        <pc:spChg chg="mod">
          <ac:chgData name="Fabiana Rocha" userId="190b7ccf4a003b3b" providerId="LiveId" clId="{88F75F10-EEC7-4A7E-A77F-5B7266B80D9B}" dt="2026-05-22T14:57:24.448" v="216" actId="12"/>
          <ac:spMkLst>
            <pc:docMk/>
            <pc:sldMk cId="2935303208" sldId="384"/>
            <ac:spMk id="4" creationId="{A46FCFB8-BE7D-A59A-E1A2-C4C5659FE06D}"/>
          </ac:spMkLst>
        </pc:spChg>
      </pc:sldChg>
      <pc:sldChg chg="modSp mod">
        <pc:chgData name="Fabiana Rocha" userId="190b7ccf4a003b3b" providerId="LiveId" clId="{88F75F10-EEC7-4A7E-A77F-5B7266B80D9B}" dt="2026-05-24T12:36:37.832" v="381" actId="14100"/>
        <pc:sldMkLst>
          <pc:docMk/>
          <pc:sldMk cId="1050530651" sldId="385"/>
        </pc:sldMkLst>
        <pc:spChg chg="mod">
          <ac:chgData name="Fabiana Rocha" userId="190b7ccf4a003b3b" providerId="LiveId" clId="{88F75F10-EEC7-4A7E-A77F-5B7266B80D9B}" dt="2026-05-22T15:01:28.495" v="248" actId="207"/>
          <ac:spMkLst>
            <pc:docMk/>
            <pc:sldMk cId="1050530651" sldId="385"/>
            <ac:spMk id="2" creationId="{A018472C-4206-C188-7A31-B841C1F68ABA}"/>
          </ac:spMkLst>
        </pc:spChg>
        <pc:picChg chg="mod">
          <ac:chgData name="Fabiana Rocha" userId="190b7ccf4a003b3b" providerId="LiveId" clId="{88F75F10-EEC7-4A7E-A77F-5B7266B80D9B}" dt="2026-05-24T12:36:37.832" v="381" actId="14100"/>
          <ac:picMkLst>
            <pc:docMk/>
            <pc:sldMk cId="1050530651" sldId="385"/>
            <ac:picMk id="6" creationId="{5A20FB98-1137-2174-7C65-9ADC8B9D13D4}"/>
          </ac:picMkLst>
        </pc:picChg>
      </pc:sldChg>
      <pc:sldChg chg="modSp mod">
        <pc:chgData name="Fabiana Rocha" userId="190b7ccf4a003b3b" providerId="LiveId" clId="{88F75F10-EEC7-4A7E-A77F-5B7266B80D9B}" dt="2026-05-24T12:37:27.807" v="394" actId="20577"/>
        <pc:sldMkLst>
          <pc:docMk/>
          <pc:sldMk cId="1523101354" sldId="386"/>
        </pc:sldMkLst>
        <pc:spChg chg="mod">
          <ac:chgData name="Fabiana Rocha" userId="190b7ccf4a003b3b" providerId="LiveId" clId="{88F75F10-EEC7-4A7E-A77F-5B7266B80D9B}" dt="2026-05-24T12:37:27.807" v="394" actId="20577"/>
          <ac:spMkLst>
            <pc:docMk/>
            <pc:sldMk cId="1523101354" sldId="386"/>
            <ac:spMk id="4" creationId="{F6F7AF60-9440-7877-7D26-D96E14FC1088}"/>
          </ac:spMkLst>
        </pc:spChg>
      </pc:sldChg>
      <pc:sldChg chg="modSp mod">
        <pc:chgData name="Fabiana Rocha" userId="190b7ccf4a003b3b" providerId="LiveId" clId="{88F75F10-EEC7-4A7E-A77F-5B7266B80D9B}" dt="2026-05-22T14:59:13.052" v="229" actId="14100"/>
        <pc:sldMkLst>
          <pc:docMk/>
          <pc:sldMk cId="3938811385" sldId="387"/>
        </pc:sldMkLst>
        <pc:picChg chg="mod">
          <ac:chgData name="Fabiana Rocha" userId="190b7ccf4a003b3b" providerId="LiveId" clId="{88F75F10-EEC7-4A7E-A77F-5B7266B80D9B}" dt="2026-05-22T14:59:13.052" v="229" actId="14100"/>
          <ac:picMkLst>
            <pc:docMk/>
            <pc:sldMk cId="3938811385" sldId="387"/>
            <ac:picMk id="6" creationId="{5DF1B208-BDC5-5157-11F3-7DAA492A42EF}"/>
          </ac:picMkLst>
        </pc:picChg>
      </pc:sldChg>
      <pc:sldChg chg="modSp mod">
        <pc:chgData name="Fabiana Rocha" userId="190b7ccf4a003b3b" providerId="LiveId" clId="{88F75F10-EEC7-4A7E-A77F-5B7266B80D9B}" dt="2026-05-24T12:39:33.495" v="416" actId="14100"/>
        <pc:sldMkLst>
          <pc:docMk/>
          <pc:sldMk cId="2497857130" sldId="388"/>
        </pc:sldMkLst>
        <pc:spChg chg="mod">
          <ac:chgData name="Fabiana Rocha" userId="190b7ccf4a003b3b" providerId="LiveId" clId="{88F75F10-EEC7-4A7E-A77F-5B7266B80D9B}" dt="2026-05-24T12:39:33.495" v="416" actId="14100"/>
          <ac:spMkLst>
            <pc:docMk/>
            <pc:sldMk cId="2497857130" sldId="388"/>
            <ac:spMk id="4" creationId="{302DBD9E-21FA-C430-D397-F11BEC680195}"/>
          </ac:spMkLst>
        </pc:spChg>
        <pc:spChg chg="mod">
          <ac:chgData name="Fabiana Rocha" userId="190b7ccf4a003b3b" providerId="LiveId" clId="{88F75F10-EEC7-4A7E-A77F-5B7266B80D9B}" dt="2026-05-24T12:39:27.373" v="414" actId="14100"/>
          <ac:spMkLst>
            <pc:docMk/>
            <pc:sldMk cId="2497857130" sldId="388"/>
            <ac:spMk id="5" creationId="{05C56D36-B910-DD01-6D25-80E952172DC9}"/>
          </ac:spMkLst>
        </pc:spChg>
      </pc:sldChg>
      <pc:sldChg chg="modSp mod">
        <pc:chgData name="Fabiana Rocha" userId="190b7ccf4a003b3b" providerId="LiveId" clId="{88F75F10-EEC7-4A7E-A77F-5B7266B80D9B}" dt="2026-05-22T15:00:07.328" v="236" actId="14100"/>
        <pc:sldMkLst>
          <pc:docMk/>
          <pc:sldMk cId="1946958559" sldId="389"/>
        </pc:sldMkLst>
        <pc:spChg chg="mod">
          <ac:chgData name="Fabiana Rocha" userId="190b7ccf4a003b3b" providerId="LiveId" clId="{88F75F10-EEC7-4A7E-A77F-5B7266B80D9B}" dt="2026-05-22T15:00:07.328" v="236" actId="14100"/>
          <ac:spMkLst>
            <pc:docMk/>
            <pc:sldMk cId="1946958559" sldId="389"/>
            <ac:spMk id="4" creationId="{AB731E16-BC88-FF17-0AE8-2D47856C90C7}"/>
          </ac:spMkLst>
        </pc:spChg>
      </pc:sldChg>
      <pc:sldChg chg="modSp mod">
        <pc:chgData name="Fabiana Rocha" userId="190b7ccf4a003b3b" providerId="LiveId" clId="{88F75F10-EEC7-4A7E-A77F-5B7266B80D9B}" dt="2026-05-24T12:40:11.567" v="441" actId="20577"/>
        <pc:sldMkLst>
          <pc:docMk/>
          <pc:sldMk cId="3930072822" sldId="390"/>
        </pc:sldMkLst>
        <pc:spChg chg="mod">
          <ac:chgData name="Fabiana Rocha" userId="190b7ccf4a003b3b" providerId="LiveId" clId="{88F75F10-EEC7-4A7E-A77F-5B7266B80D9B}" dt="2026-05-22T15:00:25.985" v="238" actId="207"/>
          <ac:spMkLst>
            <pc:docMk/>
            <pc:sldMk cId="3930072822" sldId="390"/>
            <ac:spMk id="2" creationId="{7E8F6C85-41BF-385A-9437-D01B684225AD}"/>
          </ac:spMkLst>
        </pc:spChg>
        <pc:spChg chg="mod">
          <ac:chgData name="Fabiana Rocha" userId="190b7ccf4a003b3b" providerId="LiveId" clId="{88F75F10-EEC7-4A7E-A77F-5B7266B80D9B}" dt="2026-05-24T12:40:11.567" v="441" actId="20577"/>
          <ac:spMkLst>
            <pc:docMk/>
            <pc:sldMk cId="3930072822" sldId="390"/>
            <ac:spMk id="4" creationId="{262D30F2-E3C3-DDF8-8080-55DD62449E06}"/>
          </ac:spMkLst>
        </pc:spChg>
      </pc:sldChg>
      <pc:sldChg chg="modSp mod">
        <pc:chgData name="Fabiana Rocha" userId="190b7ccf4a003b3b" providerId="LiveId" clId="{88F75F10-EEC7-4A7E-A77F-5B7266B80D9B}" dt="2026-05-22T15:01:14.327" v="247" actId="207"/>
        <pc:sldMkLst>
          <pc:docMk/>
          <pc:sldMk cId="2426509563" sldId="391"/>
        </pc:sldMkLst>
        <pc:spChg chg="mod">
          <ac:chgData name="Fabiana Rocha" userId="190b7ccf4a003b3b" providerId="LiveId" clId="{88F75F10-EEC7-4A7E-A77F-5B7266B80D9B}" dt="2026-05-22T15:01:14.327" v="247" actId="207"/>
          <ac:spMkLst>
            <pc:docMk/>
            <pc:sldMk cId="2426509563" sldId="391"/>
            <ac:spMk id="2" creationId="{0547B358-B1E8-4C0E-1E51-188B426FEECC}"/>
          </ac:spMkLst>
        </pc:spChg>
      </pc:sldChg>
      <pc:sldChg chg="modSp mod">
        <pc:chgData name="Fabiana Rocha" userId="190b7ccf4a003b3b" providerId="LiveId" clId="{88F75F10-EEC7-4A7E-A77F-5B7266B80D9B}" dt="2026-05-22T15:02:04.066" v="251" actId="14100"/>
        <pc:sldMkLst>
          <pc:docMk/>
          <pc:sldMk cId="230612230" sldId="392"/>
        </pc:sldMkLst>
        <pc:spChg chg="mod">
          <ac:chgData name="Fabiana Rocha" userId="190b7ccf4a003b3b" providerId="LiveId" clId="{88F75F10-EEC7-4A7E-A77F-5B7266B80D9B}" dt="2026-05-22T15:02:04.066" v="251" actId="14100"/>
          <ac:spMkLst>
            <pc:docMk/>
            <pc:sldMk cId="230612230" sldId="392"/>
            <ac:spMk id="4" creationId="{33B41E20-E9B0-8A82-1DE1-3F6D44FE6827}"/>
          </ac:spMkLst>
        </pc:spChg>
      </pc:sldChg>
      <pc:sldChg chg="modSp mod">
        <pc:chgData name="Fabiana Rocha" userId="190b7ccf4a003b3b" providerId="LiveId" clId="{88F75F10-EEC7-4A7E-A77F-5B7266B80D9B}" dt="2026-05-24T12:33:33.040" v="365" actId="114"/>
        <pc:sldMkLst>
          <pc:docMk/>
          <pc:sldMk cId="2357436104" sldId="401"/>
        </pc:sldMkLst>
        <pc:spChg chg="mod">
          <ac:chgData name="Fabiana Rocha" userId="190b7ccf4a003b3b" providerId="LiveId" clId="{88F75F10-EEC7-4A7E-A77F-5B7266B80D9B}" dt="2026-05-24T12:30:21.170" v="364" actId="207"/>
          <ac:spMkLst>
            <pc:docMk/>
            <pc:sldMk cId="2357436104" sldId="401"/>
            <ac:spMk id="2" creationId="{90266E44-2ED5-F13B-42A1-E0D2846F9A4D}"/>
          </ac:spMkLst>
        </pc:spChg>
        <pc:spChg chg="mod">
          <ac:chgData name="Fabiana Rocha" userId="190b7ccf4a003b3b" providerId="LiveId" clId="{88F75F10-EEC7-4A7E-A77F-5B7266B80D9B}" dt="2026-05-24T12:33:33.040" v="365" actId="114"/>
          <ac:spMkLst>
            <pc:docMk/>
            <pc:sldMk cId="2357436104" sldId="401"/>
            <ac:spMk id="4" creationId="{0E77C4E2-DAA0-46FF-7499-DB63A65FF00C}"/>
          </ac:spMkLst>
        </pc:spChg>
      </pc:sldChg>
      <pc:sldChg chg="modSp mod">
        <pc:chgData name="Fabiana Rocha" userId="190b7ccf4a003b3b" providerId="LiveId" clId="{88F75F10-EEC7-4A7E-A77F-5B7266B80D9B}" dt="2026-05-22T15:02:45.194" v="258" actId="14100"/>
        <pc:sldMkLst>
          <pc:docMk/>
          <pc:sldMk cId="705738230" sldId="402"/>
        </pc:sldMkLst>
        <pc:spChg chg="mod">
          <ac:chgData name="Fabiana Rocha" userId="190b7ccf4a003b3b" providerId="LiveId" clId="{88F75F10-EEC7-4A7E-A77F-5B7266B80D9B}" dt="2026-05-22T15:02:16.029" v="253" actId="207"/>
          <ac:spMkLst>
            <pc:docMk/>
            <pc:sldMk cId="705738230" sldId="402"/>
            <ac:spMk id="2" creationId="{863113B8-E6F4-6A44-B1A1-E4169695D6BC}"/>
          </ac:spMkLst>
        </pc:spChg>
        <pc:spChg chg="mod">
          <ac:chgData name="Fabiana Rocha" userId="190b7ccf4a003b3b" providerId="LiveId" clId="{88F75F10-EEC7-4A7E-A77F-5B7266B80D9B}" dt="2026-05-22T15:02:45.194" v="258" actId="14100"/>
          <ac:spMkLst>
            <pc:docMk/>
            <pc:sldMk cId="705738230" sldId="402"/>
            <ac:spMk id="4" creationId="{E76831A0-BEFC-C921-EE90-56EAA7E1E564}"/>
          </ac:spMkLst>
        </pc:spChg>
      </pc:sldChg>
      <pc:sldChg chg="modSp mod">
        <pc:chgData name="Fabiana Rocha" userId="190b7ccf4a003b3b" providerId="LiveId" clId="{88F75F10-EEC7-4A7E-A77F-5B7266B80D9B}" dt="2026-05-22T15:03:07.846" v="262" actId="5793"/>
        <pc:sldMkLst>
          <pc:docMk/>
          <pc:sldMk cId="3131958935" sldId="403"/>
        </pc:sldMkLst>
        <pc:spChg chg="mod">
          <ac:chgData name="Fabiana Rocha" userId="190b7ccf4a003b3b" providerId="LiveId" clId="{88F75F10-EEC7-4A7E-A77F-5B7266B80D9B}" dt="2026-05-22T15:03:07.846" v="262" actId="5793"/>
          <ac:spMkLst>
            <pc:docMk/>
            <pc:sldMk cId="3131958935" sldId="403"/>
            <ac:spMk id="4" creationId="{FACC8A1E-A457-DCF2-151A-AD295295733C}"/>
          </ac:spMkLst>
        </pc:spChg>
      </pc:sldChg>
      <pc:sldChg chg="modSp mod">
        <pc:chgData name="Fabiana Rocha" userId="190b7ccf4a003b3b" providerId="LiveId" clId="{88F75F10-EEC7-4A7E-A77F-5B7266B80D9B}" dt="2026-05-22T15:04:32.756" v="271" actId="14100"/>
        <pc:sldMkLst>
          <pc:docMk/>
          <pc:sldMk cId="3380510692" sldId="405"/>
        </pc:sldMkLst>
        <pc:spChg chg="mod">
          <ac:chgData name="Fabiana Rocha" userId="190b7ccf4a003b3b" providerId="LiveId" clId="{88F75F10-EEC7-4A7E-A77F-5B7266B80D9B}" dt="2026-05-22T15:04:32.756" v="271" actId="14100"/>
          <ac:spMkLst>
            <pc:docMk/>
            <pc:sldMk cId="3380510692" sldId="405"/>
            <ac:spMk id="4" creationId="{96201544-9F35-C3A6-2B00-BFBA319977AA}"/>
          </ac:spMkLst>
        </pc:spChg>
      </pc:sldChg>
      <pc:sldChg chg="modSp mod">
        <pc:chgData name="Fabiana Rocha" userId="190b7ccf4a003b3b" providerId="LiveId" clId="{88F75F10-EEC7-4A7E-A77F-5B7266B80D9B}" dt="2026-05-22T15:04:12.368" v="268" actId="14100"/>
        <pc:sldMkLst>
          <pc:docMk/>
          <pc:sldMk cId="3393579039" sldId="406"/>
        </pc:sldMkLst>
        <pc:spChg chg="mod">
          <ac:chgData name="Fabiana Rocha" userId="190b7ccf4a003b3b" providerId="LiveId" clId="{88F75F10-EEC7-4A7E-A77F-5B7266B80D9B}" dt="2026-05-22T15:04:12.368" v="268" actId="14100"/>
          <ac:spMkLst>
            <pc:docMk/>
            <pc:sldMk cId="3393579039" sldId="406"/>
            <ac:spMk id="4" creationId="{898D7EE9-5A7A-886B-EAFA-CE2E8003D9AE}"/>
          </ac:spMkLst>
        </pc:spChg>
      </pc:sldChg>
      <pc:sldChg chg="modSp mod">
        <pc:chgData name="Fabiana Rocha" userId="190b7ccf4a003b3b" providerId="LiveId" clId="{88F75F10-EEC7-4A7E-A77F-5B7266B80D9B}" dt="2026-05-22T15:04:47.939" v="274" actId="14100"/>
        <pc:sldMkLst>
          <pc:docMk/>
          <pc:sldMk cId="843910908" sldId="407"/>
        </pc:sldMkLst>
        <pc:spChg chg="mod">
          <ac:chgData name="Fabiana Rocha" userId="190b7ccf4a003b3b" providerId="LiveId" clId="{88F75F10-EEC7-4A7E-A77F-5B7266B80D9B}" dt="2026-05-22T15:04:47.939" v="274" actId="14100"/>
          <ac:spMkLst>
            <pc:docMk/>
            <pc:sldMk cId="843910908" sldId="407"/>
            <ac:spMk id="4" creationId="{AE69979F-CC9E-C927-A1B9-F1AA404FA1F2}"/>
          </ac:spMkLst>
        </pc:spChg>
      </pc:sldChg>
      <pc:sldChg chg="modSp mod">
        <pc:chgData name="Fabiana Rocha" userId="190b7ccf4a003b3b" providerId="LiveId" clId="{88F75F10-EEC7-4A7E-A77F-5B7266B80D9B}" dt="2026-05-22T15:05:17.257" v="278" actId="207"/>
        <pc:sldMkLst>
          <pc:docMk/>
          <pc:sldMk cId="1329559843" sldId="408"/>
        </pc:sldMkLst>
        <pc:spChg chg="mod">
          <ac:chgData name="Fabiana Rocha" userId="190b7ccf4a003b3b" providerId="LiveId" clId="{88F75F10-EEC7-4A7E-A77F-5B7266B80D9B}" dt="2026-05-22T15:05:17.257" v="278" actId="207"/>
          <ac:spMkLst>
            <pc:docMk/>
            <pc:sldMk cId="1329559843" sldId="408"/>
            <ac:spMk id="4" creationId="{ECD54C86-8AEB-610E-77C4-9E4A413A5D20}"/>
          </ac:spMkLst>
        </pc:spChg>
        <pc:picChg chg="mod">
          <ac:chgData name="Fabiana Rocha" userId="190b7ccf4a003b3b" providerId="LiveId" clId="{88F75F10-EEC7-4A7E-A77F-5B7266B80D9B}" dt="2026-05-22T15:05:09.592" v="277" actId="1076"/>
          <ac:picMkLst>
            <pc:docMk/>
            <pc:sldMk cId="1329559843" sldId="408"/>
            <ac:picMk id="6" creationId="{65977CFD-FD67-F9D5-BE62-5715FC6B5302}"/>
          </ac:picMkLst>
        </pc:picChg>
      </pc:sldChg>
      <pc:sldChg chg="addSp delSp modSp new mod ord modClrScheme chgLayout">
        <pc:chgData name="Fabiana Rocha" userId="190b7ccf4a003b3b" providerId="LiveId" clId="{88F75F10-EEC7-4A7E-A77F-5B7266B80D9B}" dt="2026-05-23T15:01:52.972" v="281" actId="114"/>
        <pc:sldMkLst>
          <pc:docMk/>
          <pc:sldMk cId="1343079817" sldId="409"/>
        </pc:sldMkLst>
        <pc:spChg chg="mod ord">
          <ac:chgData name="Fabiana Rocha" userId="190b7ccf4a003b3b" providerId="LiveId" clId="{88F75F10-EEC7-4A7E-A77F-5B7266B80D9B}" dt="2026-05-22T14:40:55.319" v="6" actId="700"/>
          <ac:spMkLst>
            <pc:docMk/>
            <pc:sldMk cId="1343079817" sldId="409"/>
            <ac:spMk id="3" creationId="{056B7EC2-7660-1EE2-CA6B-974E8F80B7B7}"/>
          </ac:spMkLst>
        </pc:spChg>
        <pc:spChg chg="add mod ord">
          <ac:chgData name="Fabiana Rocha" userId="190b7ccf4a003b3b" providerId="LiveId" clId="{88F75F10-EEC7-4A7E-A77F-5B7266B80D9B}" dt="2026-05-23T15:01:52.972" v="281" actId="114"/>
          <ac:spMkLst>
            <pc:docMk/>
            <pc:sldMk cId="1343079817" sldId="409"/>
            <ac:spMk id="5" creationId="{8E776E69-4BD7-CCCC-2F3B-D68A72404DAA}"/>
          </ac:spMkLst>
        </pc:spChg>
        <pc:spChg chg="add mod ord">
          <ac:chgData name="Fabiana Rocha" userId="190b7ccf4a003b3b" providerId="LiveId" clId="{88F75F10-EEC7-4A7E-A77F-5B7266B80D9B}" dt="2026-05-22T14:40:55.319" v="6" actId="700"/>
          <ac:spMkLst>
            <pc:docMk/>
            <pc:sldMk cId="1343079817" sldId="409"/>
            <ac:spMk id="6" creationId="{2C9395C6-8E4D-3D22-FB7F-32352DC80C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7917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E517-D236-4E3E-909C-EAAF4316CC70}" type="datetimeFigureOut">
              <a:rPr lang="pt-BR" smtClean="0"/>
              <a:pPr/>
              <a:t>24/05/2026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3740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8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" name="Google Shape;13;p28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5" name="Google Shape;15;p2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6" name="Google Shape;16;p2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;p2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8;p2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" name="Google Shape;19;p2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0" name="Google Shape;20;p2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" name="Google Shape;21;p2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22;p2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23;p2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4" name="Google Shape;24;p2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" name="Google Shape;25;p2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" name="Google Shape;26;p2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27;p2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28;p2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" name="Google Shape;29;p2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" name="Google Shape;30;p2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" name="Google Shape;31;p2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32;p2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33;p2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34;p2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" name="Google Shape;35;p2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6" name="Google Shape;36;p2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7" name="Google Shape;37;p2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" name="Google Shape;38;p2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" name="Google Shape;39;p2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" name="Google Shape;40;p2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1" name="Google Shape;41;p2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2" name="Google Shape;42;p2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3" name="Google Shape;43;p2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4" name="Google Shape;44;p2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5" name="Google Shape;45;p2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" name="Google Shape;46;p2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47;p2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48;p2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9" name="Google Shape;49;p2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Google Shape;50;p2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1" name="Google Shape;51;p2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52;p2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53;p2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54;p2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55;p2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56;p2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57;p2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58;p2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59;p2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0" name="Google Shape;60;p2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1" name="Google Shape;61;p2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2" name="Google Shape;62;p2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3" name="Google Shape;63;p2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4" name="Google Shape;64;p2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65" name="Google Shape;65;p28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6" name="Google Shape;66;p28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8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8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8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70;p28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" name="Google Shape;71;p28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8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8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4" name="Google Shape;74;p28"/>
              <p:cNvSpPr/>
              <p:nvPr/>
            </p:nvSpPr>
            <p:spPr>
              <a:xfrm rot="5400000">
                <a:off x="5096" y="3346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Google Shape;7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520"/>
              <a:buFont typeface="Noto Sans Symbol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E776E69-4BD7-CCCC-2F3B-D68A72404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tx1"/>
                </a:solidFill>
              </a:rPr>
              <a:t>Aula 19 Variáveis </a:t>
            </a:r>
            <a:r>
              <a:rPr lang="pt-BR" sz="4000" i="1" dirty="0" err="1">
                <a:solidFill>
                  <a:schemeClr val="tx1"/>
                </a:solidFill>
              </a:rPr>
              <a:t>dummy</a:t>
            </a:r>
            <a:endParaRPr lang="pt-BR" sz="4000" i="1" dirty="0">
              <a:solidFill>
                <a:schemeClr val="tx1"/>
              </a:solidFill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2C9395C6-8E4D-3D22-FB7F-32352DC80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56B7EC2-7660-1EE2-CA6B-974E8F80B7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079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48813"/>
          </a:xfrm>
        </p:spPr>
        <p:txBody>
          <a:bodyPr/>
          <a:lstStyle/>
          <a:p>
            <a:endParaRPr lang="pt-BR" sz="3600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1639018"/>
            <a:ext cx="8229600" cy="3965369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Até agora variáveis dependentes e independentes tinham significado quantitativo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     Exemplo: salário por hora, anos de escolaridade, nota média em curso superior, quantidade de poluição do ar, vendas, etc...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Agora é hora de incorporar fatores qualitativos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     Exemplo: gênero, raça, ramo de atividade de uma empresa (atacadista, varejista, etc...), região do país (sul, sudeste, centro-oeste, nordeste, norte)</a:t>
            </a:r>
          </a:p>
        </p:txBody>
      </p:sp>
    </p:spTree>
    <p:extLst>
      <p:ext uri="{BB962C8B-B14F-4D97-AF65-F5344CB8AC3E}">
        <p14:creationId xmlns:p14="http://schemas.microsoft.com/office/powerpoint/2010/main" val="515693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EF1FA-59D4-8B0C-C8E6-54CEA7A4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tx1"/>
                </a:solidFill>
              </a:rPr>
              <a:t>Variáveis </a:t>
            </a:r>
            <a:r>
              <a:rPr lang="pt-BR" sz="4000" i="1" dirty="0" err="1">
                <a:solidFill>
                  <a:schemeClr val="tx1"/>
                </a:solidFill>
              </a:rPr>
              <a:t>dummy</a:t>
            </a:r>
            <a:endParaRPr lang="pt-BR" sz="4000" i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DCAC577-A903-4F6E-49F5-02D240B8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C0B673-7D6A-7720-8292-41B43A1BAF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47683"/>
            <a:ext cx="8229600" cy="3838717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Fatores qualitativos frequentemente aparecem na forma de informação binária: alguém tem ou não um computador pessoal; um estado adota ou não adota um determinado programa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A informação relevante pode ser capturada definindo-se uma variável binária ou </a:t>
            </a: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zero-um</a:t>
            </a:r>
            <a:endParaRPr lang="pt-BR" sz="2800" dirty="0">
              <a:solidFill>
                <a:schemeClr val="accent5">
                  <a:lumMod val="10000"/>
                </a:schemeClr>
              </a:solidFill>
            </a:endParaRP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Em econometria as variáveis binárias são chamadas variáveis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endParaRPr lang="pt-BR" sz="2800" i="1" dirty="0">
              <a:solidFill>
                <a:schemeClr val="accent5">
                  <a:lumMod val="10000"/>
                </a:schemeClr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74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AC4DADC-5381-3B35-5250-CC608CAB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1F6D0ED-1B19-898F-4A92-1A479A31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A22CBF20-3EA4-5C23-4BD1-177C212EC5D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19430" y="1563329"/>
            <a:ext cx="8152739" cy="3830074"/>
          </a:xfrm>
        </p:spPr>
      </p:pic>
    </p:spTree>
    <p:extLst>
      <p:ext uri="{BB962C8B-B14F-4D97-AF65-F5344CB8AC3E}">
        <p14:creationId xmlns:p14="http://schemas.microsoft.com/office/powerpoint/2010/main" val="121773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126DB-1D39-DB47-21A8-6305FD55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4632"/>
            <a:ext cx="7772400" cy="1133168"/>
          </a:xfrm>
        </p:spPr>
        <p:txBody>
          <a:bodyPr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Uma única variável independente é </a:t>
            </a:r>
            <a:r>
              <a:rPr lang="pt-BR" sz="3600" i="1" dirty="0" err="1">
                <a:solidFill>
                  <a:schemeClr val="tx1"/>
                </a:solidFill>
              </a:rPr>
              <a:t>dummy</a:t>
            </a:r>
            <a:endParaRPr lang="pt-BR" sz="3600" i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E4F4068-3DB5-5D62-4659-AAB6E8DF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0C38627-D40C-ABEC-768E-A7F8B4541DA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32900"/>
                <a:ext cx="8229600" cy="4048468"/>
              </a:xfrm>
            </p:spPr>
            <p:txBody>
              <a:bodyPr/>
              <a:lstStyle/>
              <a:p>
                <a:pPr algn="just"/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Simplesmente adicionar a </a:t>
                </a:r>
                <a:r>
                  <a:rPr lang="pt-BR" sz="24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entre as variáveis explicativas</a:t>
                </a:r>
              </a:p>
              <a:p>
                <a:pPr marL="508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𝑠𝑎𝑙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𝑟𝑖𝑜h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𝑓𝑒𝑚𝑖𝑛𝑖𝑛𝑜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𝑒𝑑𝑢𝑐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/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Feminino é igual a1. Então,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tem a seguinte interpretação: é a diferença no salário por hora entre mulheres e homens, dado o mesmo nível de educação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determina se existe discriminação contra as mulheres no mercado de trabalho: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&lt;0, para o mesmo nível de educação, as mulheres ganham menos, em média, do que os homens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0C38627-D40C-ABEC-768E-A7F8B4541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32900"/>
                <a:ext cx="8229600" cy="4048468"/>
              </a:xfrm>
              <a:blipFill>
                <a:blip r:embed="rId2"/>
                <a:stretch>
                  <a:fillRect l="-2222" t="-3614" r="-1111" b="-18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85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C31C1-782E-95FD-6184-6169E9D7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3377"/>
            <a:ext cx="7772400" cy="1080174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99051A0-34A9-2323-3E0E-0ABA1574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6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8EEF8FF-A37D-2228-39B0-D48D40681F8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47683"/>
                <a:ext cx="8229600" cy="3907543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Em termos de expectativas, assumindo a hipótese de média condicional zero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𝑓𝑒𝑚𝑖𝑛𝑖𝑛𝑜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𝑒𝑑𝑢𝑐</m:t>
                        </m:r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, então: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𝑠𝑎𝑙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𝑟𝑖𝑜h</m:t>
                        </m:r>
                      </m: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𝑓𝑒𝑚𝑖𝑛𝑖𝑛𝑜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𝑒𝑑𝑢𝑐</m:t>
                        </m:r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𝑠𝑎𝑙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á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𝑟𝑖𝑜h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|feminino = 0,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educ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ou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𝑠𝑎𝑙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𝑟𝑖𝑜h</m:t>
                        </m:r>
                      </m: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𝑓𝑒𝑚𝑖𝑛𝑖𝑛𝑜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𝑒𝑑𝑢𝑐</m:t>
                        </m:r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𝑠𝑎𝑙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á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𝑟𝑖𝑜</m:t>
                    </m:r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|masculino,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educ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Importante: o nível de educação é o mesmo e a diferença só pode ser atribuída ao gênero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8EEF8FF-A37D-2228-39B0-D48D40681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47683"/>
                <a:ext cx="8229600" cy="3907543"/>
              </a:xfrm>
              <a:blipFill>
                <a:blip r:embed="rId2"/>
                <a:stretch>
                  <a:fillRect l="-1111" t="-1248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98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215DE-2802-CF69-8DA1-99A446CD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tx2">
                    <a:lumMod val="50000"/>
                  </a:schemeClr>
                </a:solidFill>
              </a:rPr>
              <a:t>Graficamente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5CE206C-5747-DB85-87FB-ABE0F867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D9DB3EDE-ADCD-1AF2-E55C-9443BF1E8D4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5742" y="1647825"/>
            <a:ext cx="7059561" cy="4079875"/>
          </a:xfrm>
        </p:spPr>
      </p:pic>
    </p:spTree>
    <p:extLst>
      <p:ext uri="{BB962C8B-B14F-4D97-AF65-F5344CB8AC3E}">
        <p14:creationId xmlns:p14="http://schemas.microsoft.com/office/powerpoint/2010/main" val="157983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23254-1263-170E-1EDA-E477977B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1412"/>
            <a:ext cx="7772400" cy="1228098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Por que não incluir uma variável </a:t>
            </a:r>
            <a:r>
              <a:rPr lang="pt-BR" sz="3600" i="1" dirty="0" err="1">
                <a:solidFill>
                  <a:schemeClr val="tx2">
                    <a:lumMod val="50000"/>
                  </a:schemeClr>
                </a:solidFill>
              </a:rPr>
              <a:t>dummy</a:t>
            </a:r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 masculino?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D67DF81-006B-699A-5E2C-60215C94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88C60DC4-78AB-B4F7-B93C-1BEB7A9FDB7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946787"/>
                <a:ext cx="8229600" cy="3780204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O intercepto para homens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e o intercepto para mulheres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. Como são dois grupos ou categorias, precisamos de apenas dois interceptos diferentes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O uso de duas variáveis </a:t>
                </a:r>
                <a:r>
                  <a:rPr lang="pt-BR" sz="26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introduziria colinearidade perfeita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A inclusão de duas variáveis </a:t>
                </a:r>
                <a:r>
                  <a:rPr lang="pt-BR" sz="26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é o exemplo mais simples da chamada armadilha da variável </a:t>
                </a:r>
                <a:r>
                  <a:rPr lang="pt-BR" sz="26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endParaRPr lang="pt-BR" sz="2600" i="1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88C60DC4-78AB-B4F7-B93C-1BEB7A9FDB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946787"/>
                <a:ext cx="8229600" cy="3780204"/>
              </a:xfrm>
              <a:blipFill>
                <a:blip r:embed="rId2"/>
                <a:stretch>
                  <a:fillRect l="-2222" t="-5323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4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962F6-703F-62EC-0FE8-C3711891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D0676D4-5824-0E66-DD5A-C682CCE1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9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2E5B01E-79F0-03F8-6928-BEAA0159457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995948"/>
                <a:ext cx="8229600" cy="2949678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 grupo contra o qual as comparações são feitas é chamada de grupo base, grupo de referência ou grupo de comparação. No caso do exemplo, homens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Essa é a razão pela qual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o intercepto para os homens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a diferença dos interceptos entre homens e mulheres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2E5B01E-79F0-03F8-6928-BEAA01594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995948"/>
                <a:ext cx="8229600" cy="2949678"/>
              </a:xfrm>
              <a:blipFill>
                <a:blip r:embed="rId2"/>
                <a:stretch>
                  <a:fillRect l="-2222" t="-5992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80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A2233-8664-3F14-68C9-FFDFD0A7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68CA654-2111-7B35-3685-3E1A009C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10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E9D32C8-FCDB-E456-BD68-99297D96192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64407"/>
                <a:ext cx="8229600" cy="3890820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Se as mulheres tivessem sido escolhidas como grupo base, o modelo seria: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𝑠𝑎𝑙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𝑟𝑖𝑜h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𝑚𝑎𝑠𝑐𝑢𝑙𝑖𝑛𝑜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𝑒𝑑𝑢𝑐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Intercepto para mulheres: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Intercepto para homens: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Isso implica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Não importa quem é escolhido para o grupo base; só é necessário ficar atento para qual é o grupo base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E9D32C8-FCDB-E456-BD68-99297D9619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64407"/>
                <a:ext cx="8229600" cy="3890820"/>
              </a:xfrm>
              <a:blipFill>
                <a:blip r:embed="rId2"/>
                <a:stretch>
                  <a:fillRect l="-1852" t="-1567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59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33D2C-260A-33BB-3F79-EF500AA7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BCAC20D-41B5-0746-C0B8-A2952276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11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FA6C74A-8E4D-3C85-BBAD-03C515C47A3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79639"/>
                <a:ext cx="8229600" cy="3950917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É possível (mas não desejável) eliminar o intercepto global do modelo e incluir variáveis </a:t>
                </a:r>
                <a:r>
                  <a:rPr lang="pt-BR" sz="28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para cada grupo. A equação seria: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𝑠𝑎𝑙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á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𝑟𝑖𝑜h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𝑚𝑎𝑠𝑐𝑢𝑙𝑖𝑛𝑜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𝑓𝑒𝑚𝑖𝑛𝑖𝑛𝑜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𝑒𝑑𝑢𝑐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, onde o intercepto para homens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e o intercepto para mulheres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Não existe armadilha da variável </a:t>
                </a:r>
                <a:r>
                  <a:rPr lang="pt-BR" sz="28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neste caso porque não existe um intercepto global na regressão</a:t>
                </a:r>
              </a:p>
              <a:p>
                <a:pPr marL="5081" indent="0" algn="just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FA6C74A-8E4D-3C85-BBAD-03C515C47A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79639"/>
                <a:ext cx="8229600" cy="3950917"/>
              </a:xfrm>
              <a:blipFill>
                <a:blip r:embed="rId2"/>
                <a:stretch>
                  <a:fillRect l="-1852" t="-3549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01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66E44-2ED5-F13B-42A1-E0D2846F9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Regra geral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367F079-C0E0-356C-8851-73B5D644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77C4E2-DAA0-46FF-7499-DB63A65FF0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828799"/>
            <a:ext cx="8229600" cy="3569111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Se o modelo de regressão deve ter interceptos para </a:t>
            </a:r>
            <a:r>
              <a:rPr lang="pt-BR" sz="2400" i="1" dirty="0">
                <a:solidFill>
                  <a:schemeClr val="accent5">
                    <a:lumMod val="10000"/>
                  </a:schemeClr>
                </a:solidFill>
              </a:rPr>
              <a:t>g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grupos ou categorias é necessário incluir </a:t>
            </a:r>
            <a:r>
              <a:rPr lang="pt-BR" sz="2400" i="1" dirty="0">
                <a:solidFill>
                  <a:schemeClr val="accent5">
                    <a:lumMod val="10000"/>
                  </a:schemeClr>
                </a:solidFill>
              </a:rPr>
              <a:t>g-1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variáveis no modelo, juntamente com um intercepto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O intercepto do grupo base é o intercepto global no modelo e o coeficiente da variável </a:t>
            </a:r>
            <a:r>
              <a:rPr lang="pt-BR" sz="24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de um determinado grupo representa a diferença estimada nos interceptos estimados entre aquele grupo e o grupo base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A inclusão de </a:t>
            </a:r>
            <a:r>
              <a:rPr lang="pt-BR" sz="2400" i="1" dirty="0">
                <a:solidFill>
                  <a:schemeClr val="accent5">
                    <a:lumMod val="10000"/>
                  </a:schemeClr>
                </a:solidFill>
              </a:rPr>
              <a:t>g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variáveis </a:t>
            </a:r>
            <a:r>
              <a:rPr lang="pt-BR" sz="24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juntamente com um intercepto resultará na armadilha da variável </a:t>
            </a:r>
            <a:r>
              <a:rPr lang="pt-BR" sz="24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endParaRPr lang="pt-BR" sz="2400" i="1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3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4838F-F48A-D33D-398D-A1B47746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Inclusão de variáveis explicativas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8E4F22-9D95-E4E6-03B7-605287B6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46FCFB8-BE7D-A59A-E1A2-C4C5659FE06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02658"/>
                <a:ext cx="8229600" cy="4125819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200" b="0" dirty="0">
                    <a:solidFill>
                      <a:schemeClr val="accent5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Nada muda quando mais variáveis explicativas são incluídas: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200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𝑠𝑎𝑙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𝑟𝑖𝑜h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𝑓𝑒𝑚𝑖𝑛𝑖𝑛𝑜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𝑒𝑑𝑢𝑐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𝑒𝑥𝑝𝑒𝑟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2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𝑝𝑒𝑟𝑚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2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2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2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Se </a:t>
                </a:r>
                <a:r>
                  <a:rPr lang="pt-BR" sz="2200" dirty="0" err="1">
                    <a:solidFill>
                      <a:schemeClr val="accent5">
                        <a:lumMod val="10000"/>
                      </a:schemeClr>
                    </a:solidFill>
                  </a:rPr>
                  <a:t>educ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:r>
                  <a:rPr lang="pt-BR" sz="2200" dirty="0" err="1">
                    <a:solidFill>
                      <a:schemeClr val="accent5">
                        <a:lumMod val="10000"/>
                      </a:schemeClr>
                    </a:solidFill>
                  </a:rPr>
                  <a:t>exper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:r>
                  <a:rPr lang="pt-BR" sz="2200" dirty="0" err="1">
                    <a:solidFill>
                      <a:schemeClr val="accent5">
                        <a:lumMod val="10000"/>
                      </a:schemeClr>
                    </a:solidFill>
                  </a:rPr>
                  <a:t>perm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forem todas características importantes para explicar </a:t>
                </a:r>
                <a:r>
                  <a:rPr lang="pt-BR" sz="2200" dirty="0" err="1">
                    <a:solidFill>
                      <a:schemeClr val="accent5">
                        <a:lumMod val="10000"/>
                      </a:schemeClr>
                    </a:solidFill>
                  </a:rPr>
                  <a:t>salárioh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, a hipótese de ausência de diferença entre homens e mulheres será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 e a hipótese alternativa de que existe discriminação contra as mulheres será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2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22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Como fazer? Estimar o modelo por MQO exatamente como antes e usar a estatística t habitual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Mas como interpretar o coeficiente da variável </a:t>
                </a:r>
                <a:r>
                  <a:rPr lang="pt-BR" sz="22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200" dirty="0">
                    <a:solidFill>
                      <a:schemeClr val="accent5">
                        <a:lumMod val="10000"/>
                      </a:schemeClr>
                    </a:solidFill>
                  </a:rPr>
                  <a:t>?</a:t>
                </a:r>
                <a:endParaRPr lang="pt-BR" sz="22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46FCFB8-BE7D-A59A-E1A2-C4C5659FE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02658"/>
                <a:ext cx="8229600" cy="4125819"/>
              </a:xfrm>
              <a:blipFill>
                <a:blip r:embed="rId2"/>
                <a:stretch>
                  <a:fillRect l="-1852" t="-5022" r="-963" b="-5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30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8472C-4206-C188-7A31-B841C1F6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524DD2F-DBD1-F61D-8361-E3D60219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A20FB98-1137-2174-7C65-9ADC8B9D13D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78426" y="1740309"/>
            <a:ext cx="7423355" cy="3330493"/>
          </a:xfrm>
        </p:spPr>
      </p:pic>
    </p:spTree>
    <p:extLst>
      <p:ext uri="{BB962C8B-B14F-4D97-AF65-F5344CB8AC3E}">
        <p14:creationId xmlns:p14="http://schemas.microsoft.com/office/powerpoint/2010/main" val="105053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F067C-CD0C-CDA2-47BB-0257313B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FE6D7FC-0128-EE29-EABB-174B25D6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7AF60-9440-7877-7D26-D96E14FC10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89471"/>
            <a:ext cx="8229600" cy="3342968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Intercepto negativo para os homens não faz sentido já que ninguém na amostra tem </a:t>
            </a:r>
            <a:r>
              <a:rPr lang="pt-BR" sz="2400" dirty="0" err="1">
                <a:solidFill>
                  <a:schemeClr val="accent5">
                    <a:lumMod val="10000"/>
                  </a:schemeClr>
                </a:solidFill>
              </a:rPr>
              <a:t>educ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pt-BR" sz="2400" dirty="0" err="1">
                <a:solidFill>
                  <a:schemeClr val="accent5">
                    <a:lumMod val="10000"/>
                  </a:schemeClr>
                </a:solidFill>
              </a:rPr>
              <a:t>exper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e </a:t>
            </a:r>
            <a:r>
              <a:rPr lang="pt-BR" sz="2400" dirty="0" err="1">
                <a:solidFill>
                  <a:schemeClr val="accent5">
                    <a:lumMod val="10000"/>
                  </a:schemeClr>
                </a:solidFill>
              </a:rPr>
              <a:t>perm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próximos de zero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Coeficiente de feminino: mostra a diferença no salário por hora entre uma mulher e um homem, dados os mesmos níveis de educação, experiência e permanência. Uma mulher ganha, em média, $1,81 por hora a menos que um homem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Como controlamos por educação, experiência e permanência, o diferencial de $1,81 deve ser atribuído ao gênero </a:t>
            </a:r>
          </a:p>
        </p:txBody>
      </p:sp>
    </p:spTree>
    <p:extLst>
      <p:ext uri="{BB962C8B-B14F-4D97-AF65-F5344CB8AC3E}">
        <p14:creationId xmlns:p14="http://schemas.microsoft.com/office/powerpoint/2010/main" val="152310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76896-7CED-C2EA-61F2-E3196D63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29CB23E-F572-3170-B05D-D286FE6F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DF1B208-BDC5-5157-11F3-7DAA492A42E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474839" y="2054942"/>
            <a:ext cx="5803865" cy="2684206"/>
          </a:xfrm>
        </p:spPr>
      </p:pic>
    </p:spTree>
    <p:extLst>
      <p:ext uri="{BB962C8B-B14F-4D97-AF65-F5344CB8AC3E}">
        <p14:creationId xmlns:p14="http://schemas.microsoft.com/office/powerpoint/2010/main" val="393881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5C56D36-B910-DD01-6D25-80E95217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11161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5139578-9C25-D6CD-4ACB-10F793F4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2DBD9E-21FA-C430-D397-F11BEC68019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48698"/>
            <a:ext cx="8229600" cy="4670322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Intercepto: salário-hora médio dos homens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Assim, homens ganham, em média, $7,10 por hora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Coeficiente de feminino: diferença no salário médio de homens e mulheres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Assim, salário médio das mulheres é $4,59 ($7,10 - $2,51)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Equação é uma forma simples de realizar um teste de comparação de médias entre os dois grupos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Diferença (-2,51) tem uma estatística t igual a -8,37, sendo estatisticamente significativa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Lembrar que é necessário assumir a hipótese de homoscedasticidade para que o teste t habitual seja válido</a:t>
            </a:r>
          </a:p>
          <a:p>
            <a:pPr algn="just">
              <a:spcBef>
                <a:spcPts val="0"/>
              </a:spcBef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O diferencial de salário estimado aqui é maior do que o estimado anteriormente porque não controlamos para </a:t>
            </a:r>
            <a:r>
              <a:rPr lang="pt-BR" sz="2000" dirty="0" err="1">
                <a:solidFill>
                  <a:schemeClr val="accent5">
                    <a:lumMod val="10000"/>
                  </a:schemeClr>
                </a:solidFill>
              </a:rPr>
              <a:t>educ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pt-BR" sz="2000" dirty="0" err="1">
                <a:solidFill>
                  <a:schemeClr val="accent5">
                    <a:lumMod val="10000"/>
                  </a:schemeClr>
                </a:solidFill>
              </a:rPr>
              <a:t>exper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 e </a:t>
            </a:r>
            <a:r>
              <a:rPr lang="pt-BR" sz="2000" dirty="0" err="1">
                <a:solidFill>
                  <a:schemeClr val="accent5">
                    <a:lumMod val="10000"/>
                  </a:schemeClr>
                </a:solidFill>
              </a:rPr>
              <a:t>perm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 e esses fatores são mais baixos, em média, para as mulheres do que para os homens nessa amostra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497857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FDAE2-BCC8-82E6-83E5-BF42EE9DC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5108BF4-8190-B2B3-4BE4-7D6DAE44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731E16-BC88-FF17-0AE8-2D47856C90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6452"/>
            <a:ext cx="8229600" cy="295951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Em muitos casos, as variáveis explicativas que são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dummies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refletem as escolhas de indivíduos, firmas, etc...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Neste caso, a questão da causalidade é novamente crucial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Vamos discutir isso mais para frente</a:t>
            </a:r>
          </a:p>
          <a:p>
            <a:pPr marL="5081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6958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F6C85-41BF-385A-9437-D01B6842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Variável dependente log(y)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770002C-8AF7-F6BC-CCB5-17698EC3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19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62D30F2-E3C3-DDF8-8080-55DD62449E0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99303"/>
                <a:ext cx="8229600" cy="3618271"/>
              </a:xfrm>
            </p:spPr>
            <p:txBody>
              <a:bodyPr/>
              <a:lstStyle/>
              <a:p>
                <a:pPr algn="just"/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Coeficiente da </a:t>
                </a:r>
                <a:r>
                  <a:rPr lang="pt-BR" sz="28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é multiplicado por 100 e interpretado como a diferença percentual em </a:t>
                </a:r>
                <a:r>
                  <a:rPr lang="pt-BR" sz="28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, mantidos fixos todos os demais fatores</a:t>
                </a:r>
              </a:p>
              <a:p>
                <a:pPr algn="just"/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Diferença percentual exata é obtida da mesma maneira que fizemos antes</a:t>
                </a:r>
              </a:p>
              <a:p>
                <a:pPr marL="5081" indent="0" algn="just">
                  <a:buNone/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100∗[</m:t>
                      </m:r>
                      <m:func>
                        <m:funcPr>
                          <m:ctrlPr>
                            <a:rPr lang="pt-BR" sz="28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pt-BR" sz="28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800" b="0" i="1" smtClean="0">
                                          <a:solidFill>
                                            <a:schemeClr val="accent5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b="0" i="1" smtClean="0">
                                          <a:solidFill>
                                            <a:schemeClr val="accent5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8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8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62D30F2-E3C3-DDF8-8080-55DD62449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99303"/>
                <a:ext cx="8229600" cy="3618271"/>
              </a:xfrm>
              <a:blipFill>
                <a:blip r:embed="rId2"/>
                <a:stretch>
                  <a:fillRect l="-2222" t="-2694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07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7B358-B1E8-4C0E-1E51-188B426F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C529A19-BFB9-6965-FA09-B9FF3467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20</a:t>
            </a:fld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53C4B00-D495-4D84-0D12-4C5A7CEC2A5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66775" y="2439987"/>
            <a:ext cx="7410450" cy="2495550"/>
          </a:xfrm>
        </p:spPr>
      </p:pic>
    </p:spTree>
    <p:extLst>
      <p:ext uri="{BB962C8B-B14F-4D97-AF65-F5344CB8AC3E}">
        <p14:creationId xmlns:p14="http://schemas.microsoft.com/office/powerpoint/2010/main" val="2426509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9DEAA-2704-37A7-2D6B-023A2F93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4F1FFAA-02CF-AF23-3876-78499C78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B41E20-E9B0-8A82-1DE1-3F6D44FE682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00981"/>
            <a:ext cx="8229600" cy="4021552"/>
          </a:xfrm>
        </p:spPr>
        <p:txBody>
          <a:bodyPr/>
          <a:lstStyle/>
          <a:p>
            <a:pPr algn="just"/>
            <a:endParaRPr lang="pt-BR" sz="2800" dirty="0"/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Prevemos que um imóvel de estilo colonial seja vendido por cerca de 5,4% a mais que um imóvel de outro estilo, mantendo-se tamanho do terreno, área e número de quartos constante</a:t>
            </a:r>
          </a:p>
          <a:p>
            <a:pPr marL="5081" indent="0" algn="just">
              <a:spcBef>
                <a:spcPts val="0"/>
              </a:spcBef>
              <a:buNone/>
            </a:pPr>
            <a:endParaRPr lang="pt-BR" sz="2800" dirty="0">
              <a:solidFill>
                <a:schemeClr val="accent5">
                  <a:lumMod val="10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exp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(0,054) – 1 = 0,055, ou cerca de 5,6%</a:t>
            </a:r>
          </a:p>
        </p:txBody>
      </p:sp>
    </p:spTree>
    <p:extLst>
      <p:ext uri="{BB962C8B-B14F-4D97-AF65-F5344CB8AC3E}">
        <p14:creationId xmlns:p14="http://schemas.microsoft.com/office/powerpoint/2010/main" val="230612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113B8-E6F4-6A44-B1A1-E4169695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Categorias múltiplas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FEFA9AC-B295-6039-BA02-598366C7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6831A0-BEFC-C921-EE90-56EAA7E1E5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6452"/>
            <a:ext cx="8229600" cy="322498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Possível utilizar diversas variáveis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na mesma equação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Por exemplo, adicionar uma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casado na equação de log(</a:t>
            </a: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salárioh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)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Coeficiente de casado fornece o diferencial nos salários entre os casados e os não casados, mantidos os demais fatores constantes</a:t>
            </a:r>
          </a:p>
        </p:txBody>
      </p:sp>
    </p:spTree>
    <p:extLst>
      <p:ext uri="{BB962C8B-B14F-4D97-AF65-F5344CB8AC3E}">
        <p14:creationId xmlns:p14="http://schemas.microsoft.com/office/powerpoint/2010/main" val="705738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A8C33-9EB4-8C85-4038-D549914F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9BEBEAC-B9BD-0526-3AC3-A2A4E242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CC8A1E-A457-DCF2-151A-AD29529573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74683"/>
            <a:ext cx="8229600" cy="4934335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Coeficiente de casado = 0,053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O “prêmio” estimado por ser casado é 5,3%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Uma limitação importante é que assume-se que o “prêmio” por ser casado é o mesmo para homes e mulheres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É possível relaxar esses hipótese como mostra o modelo a seguir </a:t>
            </a:r>
          </a:p>
        </p:txBody>
      </p:sp>
    </p:spTree>
    <p:extLst>
      <p:ext uri="{BB962C8B-B14F-4D97-AF65-F5344CB8AC3E}">
        <p14:creationId xmlns:p14="http://schemas.microsoft.com/office/powerpoint/2010/main" val="3131958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FA4F5-F8AA-7D68-E3A3-393924B6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C5204CE-5838-FE1A-FA46-A0391D74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D7EE9-5A7A-886B-EAFA-CE2E8003D9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56619"/>
            <a:ext cx="8229600" cy="348062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Modelo considera diferenças salariais entre 4 grupos: homens casados, mulheres casadas, homens solteiros e mulheres solteiras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Escolher homens solteiros como o grupo base ou de referência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Definir variáveis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para cada um dos demais grupos</a:t>
            </a:r>
          </a:p>
        </p:txBody>
      </p:sp>
    </p:spTree>
    <p:extLst>
      <p:ext uri="{BB962C8B-B14F-4D97-AF65-F5344CB8AC3E}">
        <p14:creationId xmlns:p14="http://schemas.microsoft.com/office/powerpoint/2010/main" val="3393579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9990D-9BAD-09B1-4F4B-F8A46E05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C5B06-8704-7C1F-611C-2C72FCD5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77C475-F6F1-0792-90EC-E265A8EDC0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71942"/>
            <a:ext cx="8229600" cy="4862416"/>
          </a:xfrm>
        </p:spPr>
        <p:txBody>
          <a:bodyPr/>
          <a:lstStyle/>
          <a:p>
            <a:pPr marL="5081" indent="0">
              <a:buNone/>
            </a:pPr>
            <a:endParaRPr lang="pt-BR" dirty="0"/>
          </a:p>
          <a:p>
            <a:pPr marL="5081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333602-770E-6403-F704-0310997B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868"/>
            <a:ext cx="9144000" cy="27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56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3E311-56AA-CA1D-0FE0-084DB307D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27C4EE0-8431-CB7D-2C6E-4DEC8369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201544-9F35-C3A6-2B00-BFBA319977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56880"/>
            <a:ext cx="8229600" cy="3837675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Como o grupo base é de homens solteiros, as estimativas das três variáveis </a:t>
            </a:r>
            <a:r>
              <a:rPr lang="pt-BR" sz="24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medem a diferença nos salários relativamente aos homens solteiros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Estima-se que homens casados ganhem cerca de 21,3% a mais que os homens solteiros, mantendo educação, experiência e permanência constantes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Mulheres casadas ganham em média 19,8% menos do que homens solteiros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Mulheres solteiras ganham em média 11,0% menos do que homens solteiros</a:t>
            </a:r>
          </a:p>
        </p:txBody>
      </p:sp>
    </p:spTree>
    <p:extLst>
      <p:ext uri="{BB962C8B-B14F-4D97-AF65-F5344CB8AC3E}">
        <p14:creationId xmlns:p14="http://schemas.microsoft.com/office/powerpoint/2010/main" val="3380510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A2009-EFF7-DC2A-8A77-783F8784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C69E508-C084-40E5-414C-EC0F52D0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69979F-CC9E-C927-A1B9-F1AA404FA1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64407"/>
            <a:ext cx="8229600" cy="3959645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Embora homens solteiros seja o grupo base é possível usar a equação para obter a diferença estimada entre dois grupos quaisquer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Diferença entre as mulheres solteiras e casadas = -0,110 – (-0,198) = 0,088, o que significa que as mulheres solteiras ganham cerca de 8,8% mais que as mulheres casadas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Diferença entre os homens casados e as mulheres casadas = =0,213-(-0,198) = 0,411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Diferença entre os homens solteiros e as mulheres casadas = -0,198</a:t>
            </a:r>
          </a:p>
        </p:txBody>
      </p:sp>
    </p:spTree>
    <p:extLst>
      <p:ext uri="{BB962C8B-B14F-4D97-AF65-F5344CB8AC3E}">
        <p14:creationId xmlns:p14="http://schemas.microsoft.com/office/powerpoint/2010/main" val="843910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744A0-56D7-E620-3139-3E119397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5E937AD-C1D8-AEE0-BFCE-7EFD1470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D54C86-8AEB-610E-77C4-9E4A413A5D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84963"/>
            <a:ext cx="8229600" cy="487269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Infelizmente não é possível usar a equação para verificar se a diferença estimada entre as mulheres solteiras e casadas é estatisticamente significante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Mais fácil é selecionar um dos grupos para ser o grupo base e reestimar a equação</a:t>
            </a:r>
          </a:p>
          <a:p>
            <a:pPr algn="just">
              <a:spcBef>
                <a:spcPts val="0"/>
              </a:spcBef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Usando as mulheres casadas como o grupo base obtemos:</a:t>
            </a:r>
          </a:p>
          <a:p>
            <a:pPr marL="5081" indent="0" algn="just">
              <a:buNone/>
            </a:pPr>
            <a:endParaRPr lang="pt-BR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977CFD-FD67-F9D5-BE62-5715FC6B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74" y="4159492"/>
            <a:ext cx="7557026" cy="131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59843"/>
      </p:ext>
    </p:extLst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2713</TotalTime>
  <Words>1463</Words>
  <Application>Microsoft Office PowerPoint</Application>
  <PresentationFormat>Apresentação na tela (4:3)</PresentationFormat>
  <Paragraphs>124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Noto Sans Symbols</vt:lpstr>
      <vt:lpstr>Times New Roman</vt:lpstr>
      <vt:lpstr>1_Blueprint</vt:lpstr>
      <vt:lpstr>Aula 19 Variáveis dummy</vt:lpstr>
      <vt:lpstr>Apresentação do PowerPoint</vt:lpstr>
      <vt:lpstr>Variáveis dummy</vt:lpstr>
      <vt:lpstr>Apresentação do PowerPoint</vt:lpstr>
      <vt:lpstr>Uma única variável independente é dummy</vt:lpstr>
      <vt:lpstr>Apresentação do PowerPoint</vt:lpstr>
      <vt:lpstr>Graficamente</vt:lpstr>
      <vt:lpstr>Por que não incluir uma variável dummy masculino?</vt:lpstr>
      <vt:lpstr>Apresentação do PowerPoint</vt:lpstr>
      <vt:lpstr>Apresentação do PowerPoint</vt:lpstr>
      <vt:lpstr>Apresentação do PowerPoint</vt:lpstr>
      <vt:lpstr>Regra geral</vt:lpstr>
      <vt:lpstr>Inclusão de variáveis explicativas</vt:lpstr>
      <vt:lpstr>Exemplo</vt:lpstr>
      <vt:lpstr>Apresentação do PowerPoint</vt:lpstr>
      <vt:lpstr>Apresentação do PowerPoint</vt:lpstr>
      <vt:lpstr>Apresentação do PowerPoint</vt:lpstr>
      <vt:lpstr>Apresentação do PowerPoint</vt:lpstr>
      <vt:lpstr>Variável dependente log(y)</vt:lpstr>
      <vt:lpstr>Exemplo</vt:lpstr>
      <vt:lpstr>Apresentação do PowerPoint</vt:lpstr>
      <vt:lpstr>Categorias múltiplas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RDD</dc:title>
  <dc:creator>Patricia M. Anderson</dc:creator>
  <cp:lastModifiedBy>Fabiana Rocha</cp:lastModifiedBy>
  <cp:revision>133</cp:revision>
  <dcterms:created xsi:type="dcterms:W3CDTF">1999-10-02T17:37:41Z</dcterms:created>
  <dcterms:modified xsi:type="dcterms:W3CDTF">2026-05-24T12:40:21Z</dcterms:modified>
</cp:coreProperties>
</file>