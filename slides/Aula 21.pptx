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7"/>
  </p:notesMasterIdLst>
  <p:sldIdLst>
    <p:sldId id="257" r:id="rId2"/>
    <p:sldId id="274" r:id="rId3"/>
    <p:sldId id="310" r:id="rId4"/>
    <p:sldId id="276" r:id="rId5"/>
    <p:sldId id="277" r:id="rId6"/>
    <p:sldId id="270" r:id="rId7"/>
    <p:sldId id="278" r:id="rId8"/>
    <p:sldId id="309" r:id="rId9"/>
    <p:sldId id="311" r:id="rId10"/>
    <p:sldId id="312" r:id="rId11"/>
    <p:sldId id="318" r:id="rId12"/>
    <p:sldId id="314" r:id="rId13"/>
    <p:sldId id="316" r:id="rId14"/>
    <p:sldId id="315" r:id="rId15"/>
    <p:sldId id="317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400" kern="1200">
        <a:solidFill>
          <a:schemeClr val="tx2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400" kern="1200">
        <a:solidFill>
          <a:schemeClr val="tx2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400" kern="1200">
        <a:solidFill>
          <a:schemeClr val="tx2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400" kern="1200">
        <a:solidFill>
          <a:schemeClr val="tx2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400" kern="1200">
        <a:solidFill>
          <a:schemeClr val="tx2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4400" kern="1200">
        <a:solidFill>
          <a:schemeClr val="tx2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4400" kern="1200">
        <a:solidFill>
          <a:schemeClr val="tx2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4400" kern="1200">
        <a:solidFill>
          <a:schemeClr val="tx2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4400" kern="1200">
        <a:solidFill>
          <a:schemeClr val="tx2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15D93E-D9F4-4805-975A-7B7DAA9FAEFB}" v="160" dt="2026-06-06T18:09:48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75" d="100"/>
          <a:sy n="75" d="100"/>
        </p:scale>
        <p:origin x="30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a Rocha" userId="190b7ccf4a003b3b" providerId="LiveId" clId="{88F75F10-EEC7-4A7E-A77F-5B7266B80D9B}"/>
    <pc:docChg chg="custSel addSld delSld modSld">
      <pc:chgData name="Fabiana Rocha" userId="190b7ccf4a003b3b" providerId="LiveId" clId="{88F75F10-EEC7-4A7E-A77F-5B7266B80D9B}" dt="2026-06-06T18:10:28.259" v="634" actId="20577"/>
      <pc:docMkLst>
        <pc:docMk/>
      </pc:docMkLst>
      <pc:sldChg chg="modSp mod">
        <pc:chgData name="Fabiana Rocha" userId="190b7ccf4a003b3b" providerId="LiveId" clId="{88F75F10-EEC7-4A7E-A77F-5B7266B80D9B}" dt="2026-06-06T18:07:18.596" v="538" actId="207"/>
        <pc:sldMkLst>
          <pc:docMk/>
          <pc:sldMk cId="0" sldId="311"/>
        </pc:sldMkLst>
        <pc:spChg chg="mod">
          <ac:chgData name="Fabiana Rocha" userId="190b7ccf4a003b3b" providerId="LiveId" clId="{88F75F10-EEC7-4A7E-A77F-5B7266B80D9B}" dt="2026-06-06T18:02:07.092" v="104" actId="123"/>
          <ac:spMkLst>
            <pc:docMk/>
            <pc:sldMk cId="0" sldId="311"/>
            <ac:spMk id="12290" creationId="{F6311DF9-985E-C0D9-DEF5-CE44AF221459}"/>
          </ac:spMkLst>
        </pc:spChg>
        <pc:spChg chg="mod">
          <ac:chgData name="Fabiana Rocha" userId="190b7ccf4a003b3b" providerId="LiveId" clId="{88F75F10-EEC7-4A7E-A77F-5B7266B80D9B}" dt="2026-06-06T18:07:18.596" v="538" actId="207"/>
          <ac:spMkLst>
            <pc:docMk/>
            <pc:sldMk cId="0" sldId="311"/>
            <ac:spMk id="12291" creationId="{7B18CB38-0F66-B12C-4099-6EDA35269845}"/>
          </ac:spMkLst>
        </pc:spChg>
      </pc:sldChg>
      <pc:sldChg chg="modSp mod">
        <pc:chgData name="Fabiana Rocha" userId="190b7ccf4a003b3b" providerId="LiveId" clId="{88F75F10-EEC7-4A7E-A77F-5B7266B80D9B}" dt="2026-06-06T18:01:31.648" v="15" actId="255"/>
        <pc:sldMkLst>
          <pc:docMk/>
          <pc:sldMk cId="0" sldId="312"/>
        </pc:sldMkLst>
        <pc:spChg chg="mod">
          <ac:chgData name="Fabiana Rocha" userId="190b7ccf4a003b3b" providerId="LiveId" clId="{88F75F10-EEC7-4A7E-A77F-5B7266B80D9B}" dt="2026-06-06T18:01:31.648" v="15" actId="255"/>
          <ac:spMkLst>
            <pc:docMk/>
            <pc:sldMk cId="0" sldId="312"/>
            <ac:spMk id="13314" creationId="{D52199BE-48DC-6DEE-3AEC-E093117C1BF4}"/>
          </ac:spMkLst>
        </pc:spChg>
      </pc:sldChg>
      <pc:sldChg chg="del">
        <pc:chgData name="Fabiana Rocha" userId="190b7ccf4a003b3b" providerId="LiveId" clId="{88F75F10-EEC7-4A7E-A77F-5B7266B80D9B}" dt="2026-06-06T18:06:09.889" v="536" actId="2696"/>
        <pc:sldMkLst>
          <pc:docMk/>
          <pc:sldMk cId="0" sldId="313"/>
        </pc:sldMkLst>
      </pc:sldChg>
      <pc:sldChg chg="modSp mod">
        <pc:chgData name="Fabiana Rocha" userId="190b7ccf4a003b3b" providerId="LiveId" clId="{88F75F10-EEC7-4A7E-A77F-5B7266B80D9B}" dt="2026-06-06T18:10:28.259" v="634" actId="20577"/>
        <pc:sldMkLst>
          <pc:docMk/>
          <pc:sldMk cId="0" sldId="314"/>
        </pc:sldMkLst>
        <pc:spChg chg="mod">
          <ac:chgData name="Fabiana Rocha" userId="190b7ccf4a003b3b" providerId="LiveId" clId="{88F75F10-EEC7-4A7E-A77F-5B7266B80D9B}" dt="2026-06-06T18:10:28.259" v="634" actId="20577"/>
          <ac:spMkLst>
            <pc:docMk/>
            <pc:sldMk cId="0" sldId="314"/>
            <ac:spMk id="15363" creationId="{0458A33E-9FC2-B164-64F6-FA534C34DC86}"/>
          </ac:spMkLst>
        </pc:spChg>
      </pc:sldChg>
      <pc:sldChg chg="modSp mod">
        <pc:chgData name="Fabiana Rocha" userId="190b7ccf4a003b3b" providerId="LiveId" clId="{88F75F10-EEC7-4A7E-A77F-5B7266B80D9B}" dt="2026-06-06T18:08:06.709" v="544" actId="14100"/>
        <pc:sldMkLst>
          <pc:docMk/>
          <pc:sldMk cId="0" sldId="315"/>
        </pc:sldMkLst>
        <pc:spChg chg="mod">
          <ac:chgData name="Fabiana Rocha" userId="190b7ccf4a003b3b" providerId="LiveId" clId="{88F75F10-EEC7-4A7E-A77F-5B7266B80D9B}" dt="2026-06-06T18:08:06.709" v="544" actId="14100"/>
          <ac:spMkLst>
            <pc:docMk/>
            <pc:sldMk cId="0" sldId="315"/>
            <ac:spMk id="17411" creationId="{FFB88539-C00D-7DC4-9877-914A791526C3}"/>
          </ac:spMkLst>
        </pc:spChg>
      </pc:sldChg>
      <pc:sldChg chg="modSp mod">
        <pc:chgData name="Fabiana Rocha" userId="190b7ccf4a003b3b" providerId="LiveId" clId="{88F75F10-EEC7-4A7E-A77F-5B7266B80D9B}" dt="2026-06-06T18:08:27.039" v="547" actId="14100"/>
        <pc:sldMkLst>
          <pc:docMk/>
          <pc:sldMk cId="0" sldId="316"/>
        </pc:sldMkLst>
        <pc:spChg chg="mod">
          <ac:chgData name="Fabiana Rocha" userId="190b7ccf4a003b3b" providerId="LiveId" clId="{88F75F10-EEC7-4A7E-A77F-5B7266B80D9B}" dt="2026-06-06T18:08:27.039" v="547" actId="14100"/>
          <ac:spMkLst>
            <pc:docMk/>
            <pc:sldMk cId="0" sldId="316"/>
            <ac:spMk id="16387" creationId="{01C6500D-A181-E7BA-1F1B-6DDC9362F9BE}"/>
          </ac:spMkLst>
        </pc:spChg>
      </pc:sldChg>
      <pc:sldChg chg="modSp mod">
        <pc:chgData name="Fabiana Rocha" userId="190b7ccf4a003b3b" providerId="LiveId" clId="{88F75F10-EEC7-4A7E-A77F-5B7266B80D9B}" dt="2026-06-06T18:07:45.346" v="540" actId="14100"/>
        <pc:sldMkLst>
          <pc:docMk/>
          <pc:sldMk cId="0" sldId="317"/>
        </pc:sldMkLst>
        <pc:spChg chg="mod">
          <ac:chgData name="Fabiana Rocha" userId="190b7ccf4a003b3b" providerId="LiveId" clId="{88F75F10-EEC7-4A7E-A77F-5B7266B80D9B}" dt="2026-06-06T18:07:45.346" v="540" actId="14100"/>
          <ac:spMkLst>
            <pc:docMk/>
            <pc:sldMk cId="0" sldId="317"/>
            <ac:spMk id="18435" creationId="{C3825F65-B7F0-EF70-BA0F-C638AAFC9A47}"/>
          </ac:spMkLst>
        </pc:spChg>
      </pc:sldChg>
      <pc:sldChg chg="delSp modSp new mod">
        <pc:chgData name="Fabiana Rocha" userId="190b7ccf4a003b3b" providerId="LiveId" clId="{88F75F10-EEC7-4A7E-A77F-5B7266B80D9B}" dt="2026-06-06T18:06:06.372" v="535" actId="20577"/>
        <pc:sldMkLst>
          <pc:docMk/>
          <pc:sldMk cId="3569399070" sldId="318"/>
        </pc:sldMkLst>
        <pc:spChg chg="mod">
          <ac:chgData name="Fabiana Rocha" userId="190b7ccf4a003b3b" providerId="LiveId" clId="{88F75F10-EEC7-4A7E-A77F-5B7266B80D9B}" dt="2026-06-06T18:02:34.023" v="122" actId="255"/>
          <ac:spMkLst>
            <pc:docMk/>
            <pc:sldMk cId="3569399070" sldId="318"/>
            <ac:spMk id="2" creationId="{A38E0F5A-C909-C599-E5AB-0BDD1A0A29AE}"/>
          </ac:spMkLst>
        </pc:spChg>
        <pc:spChg chg="mod">
          <ac:chgData name="Fabiana Rocha" userId="190b7ccf4a003b3b" providerId="LiveId" clId="{88F75F10-EEC7-4A7E-A77F-5B7266B80D9B}" dt="2026-06-06T18:06:06.372" v="535" actId="20577"/>
          <ac:spMkLst>
            <pc:docMk/>
            <pc:sldMk cId="3569399070" sldId="318"/>
            <ac:spMk id="3" creationId="{1D7EA0F0-1DA8-F45B-5774-B666675C6553}"/>
          </ac:spMkLst>
        </pc:spChg>
        <pc:spChg chg="del">
          <ac:chgData name="Fabiana Rocha" userId="190b7ccf4a003b3b" providerId="LiveId" clId="{88F75F10-EEC7-4A7E-A77F-5B7266B80D9B}" dt="2026-06-06T18:00:52.178" v="1" actId="478"/>
          <ac:spMkLst>
            <pc:docMk/>
            <pc:sldMk cId="3569399070" sldId="318"/>
            <ac:spMk id="4" creationId="{AC81ADD3-8706-033C-998D-DD90E119DE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E7D9F93-BD46-B7C0-7C0C-337D660884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3C7299D-88CB-AE3E-2F05-77669A43434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8BFF19A-EDA2-0A5E-A493-238B8B344E2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0D3FBED8-1A0C-3C99-7F7E-A1B8E54AC9D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 noProof="0"/>
              <a:t>Click to edit Master text styles</a:t>
            </a:r>
          </a:p>
          <a:p>
            <a:pPr lvl="1"/>
            <a:r>
              <a:rPr lang="en-US" altLang="pt-BR" noProof="0"/>
              <a:t>Second level</a:t>
            </a:r>
          </a:p>
          <a:p>
            <a:pPr lvl="2"/>
            <a:r>
              <a:rPr lang="en-US" altLang="pt-BR" noProof="0"/>
              <a:t>Third level</a:t>
            </a:r>
          </a:p>
          <a:p>
            <a:pPr lvl="3"/>
            <a:r>
              <a:rPr lang="en-US" altLang="pt-BR" noProof="0"/>
              <a:t>Fourth level</a:t>
            </a:r>
          </a:p>
          <a:p>
            <a:pPr lvl="4"/>
            <a:r>
              <a:rPr lang="en-US" altLang="pt-BR" noProof="0"/>
              <a:t>Fifth level</a:t>
            </a: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36DAADE9-C31C-F1B0-6253-1279E272251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0BB9EE64-0ECC-6F93-D66A-0533FBF71E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AF51FC7-1C1A-4900-9BC7-F33DCEA340C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>
            <a:extLst>
              <a:ext uri="{FF2B5EF4-FFF2-40B4-BE49-F238E27FC236}">
                <a16:creationId xmlns:a16="http://schemas.microsoft.com/office/drawing/2014/main" id="{A076405D-2C33-743B-FE12-027B9B7B2AE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4210E94-28B9-2215-C52C-9813A250D8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1CA9F4AA-3CC5-DAF4-9A86-EBDECB233FD6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grpSp>
            <p:nvGrpSpPr>
              <p:cNvPr id="14" name="Group 4">
                <a:extLst>
                  <a:ext uri="{FF2B5EF4-FFF2-40B4-BE49-F238E27FC236}">
                    <a16:creationId xmlns:a16="http://schemas.microsoft.com/office/drawing/2014/main" id="{2C9651CE-E5A9-B65D-A5AD-88F69458106F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5">
                  <a:extLst>
                    <a:ext uri="{FF2B5EF4-FFF2-40B4-BE49-F238E27FC236}">
                      <a16:creationId xmlns:a16="http://schemas.microsoft.com/office/drawing/2014/main" id="{886F82B3-2130-6546-56B3-8674988B25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7" name="Line 6">
                  <a:extLst>
                    <a:ext uri="{FF2B5EF4-FFF2-40B4-BE49-F238E27FC236}">
                      <a16:creationId xmlns:a16="http://schemas.microsoft.com/office/drawing/2014/main" id="{9B30E171-63D6-2D79-7EC5-F53D1DBC03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8" name="Line 7">
                  <a:extLst>
                    <a:ext uri="{FF2B5EF4-FFF2-40B4-BE49-F238E27FC236}">
                      <a16:creationId xmlns:a16="http://schemas.microsoft.com/office/drawing/2014/main" id="{753437DB-4FD8-D132-43AA-7E215573E5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9" name="Line 8">
                  <a:extLst>
                    <a:ext uri="{FF2B5EF4-FFF2-40B4-BE49-F238E27FC236}">
                      <a16:creationId xmlns:a16="http://schemas.microsoft.com/office/drawing/2014/main" id="{C83BE567-A3E4-7058-08E9-CB152F6EF6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0" name="Line 9">
                  <a:extLst>
                    <a:ext uri="{FF2B5EF4-FFF2-40B4-BE49-F238E27FC236}">
                      <a16:creationId xmlns:a16="http://schemas.microsoft.com/office/drawing/2014/main" id="{1594C4E4-63C6-DA6F-8D09-0E6CA6226D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1" name="Line 10">
                  <a:extLst>
                    <a:ext uri="{FF2B5EF4-FFF2-40B4-BE49-F238E27FC236}">
                      <a16:creationId xmlns:a16="http://schemas.microsoft.com/office/drawing/2014/main" id="{7D936879-E3D3-A5E0-FAC4-07D47FE130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2" name="Line 11">
                  <a:extLst>
                    <a:ext uri="{FF2B5EF4-FFF2-40B4-BE49-F238E27FC236}">
                      <a16:creationId xmlns:a16="http://schemas.microsoft.com/office/drawing/2014/main" id="{AB35A4A2-680D-1E43-7BCF-52CE9B2118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3" name="Line 12">
                  <a:extLst>
                    <a:ext uri="{FF2B5EF4-FFF2-40B4-BE49-F238E27FC236}">
                      <a16:creationId xmlns:a16="http://schemas.microsoft.com/office/drawing/2014/main" id="{B6ED6159-6912-01F4-6236-B6C8036754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4" name="Line 13">
                  <a:extLst>
                    <a:ext uri="{FF2B5EF4-FFF2-40B4-BE49-F238E27FC236}">
                      <a16:creationId xmlns:a16="http://schemas.microsoft.com/office/drawing/2014/main" id="{6284B22C-D740-0C64-E94B-0B052872F2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5" name="Line 14">
                  <a:extLst>
                    <a:ext uri="{FF2B5EF4-FFF2-40B4-BE49-F238E27FC236}">
                      <a16:creationId xmlns:a16="http://schemas.microsoft.com/office/drawing/2014/main" id="{D8962B64-AB78-2918-E851-F7BBCD6634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6" name="Line 15">
                  <a:extLst>
                    <a:ext uri="{FF2B5EF4-FFF2-40B4-BE49-F238E27FC236}">
                      <a16:creationId xmlns:a16="http://schemas.microsoft.com/office/drawing/2014/main" id="{0714168C-B86B-EDB2-9F03-B92D4D67A5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7" name="Line 16">
                  <a:extLst>
                    <a:ext uri="{FF2B5EF4-FFF2-40B4-BE49-F238E27FC236}">
                      <a16:creationId xmlns:a16="http://schemas.microsoft.com/office/drawing/2014/main" id="{FE46B71F-75C7-27F4-D618-423F981203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8" name="Line 17">
                  <a:extLst>
                    <a:ext uri="{FF2B5EF4-FFF2-40B4-BE49-F238E27FC236}">
                      <a16:creationId xmlns:a16="http://schemas.microsoft.com/office/drawing/2014/main" id="{14C18CAE-7BF2-3398-C75A-9C7A7CB8F6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9" name="Line 18">
                  <a:extLst>
                    <a:ext uri="{FF2B5EF4-FFF2-40B4-BE49-F238E27FC236}">
                      <a16:creationId xmlns:a16="http://schemas.microsoft.com/office/drawing/2014/main" id="{FA563182-C3B9-E3C6-B88D-AA32304957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0" name="Line 19">
                  <a:extLst>
                    <a:ext uri="{FF2B5EF4-FFF2-40B4-BE49-F238E27FC236}">
                      <a16:creationId xmlns:a16="http://schemas.microsoft.com/office/drawing/2014/main" id="{75DF6219-67FD-0BAB-4BD6-5DD224CF1D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1" name="Line 20">
                  <a:extLst>
                    <a:ext uri="{FF2B5EF4-FFF2-40B4-BE49-F238E27FC236}">
                      <a16:creationId xmlns:a16="http://schemas.microsoft.com/office/drawing/2014/main" id="{6618C487-BD68-AFA4-954D-CB71FC3E2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2" name="Line 21">
                  <a:extLst>
                    <a:ext uri="{FF2B5EF4-FFF2-40B4-BE49-F238E27FC236}">
                      <a16:creationId xmlns:a16="http://schemas.microsoft.com/office/drawing/2014/main" id="{35B2DB78-768C-4E00-A31F-0CD02EBB61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3" name="Line 22">
                  <a:extLst>
                    <a:ext uri="{FF2B5EF4-FFF2-40B4-BE49-F238E27FC236}">
                      <a16:creationId xmlns:a16="http://schemas.microsoft.com/office/drawing/2014/main" id="{C8D810E2-4A16-66AA-8DF3-7BD1CDA93F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4" name="Line 23">
                  <a:extLst>
                    <a:ext uri="{FF2B5EF4-FFF2-40B4-BE49-F238E27FC236}">
                      <a16:creationId xmlns:a16="http://schemas.microsoft.com/office/drawing/2014/main" id="{932CDF58-B5AC-FF4F-FD39-5891B9C654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5" name="Line 24">
                  <a:extLst>
                    <a:ext uri="{FF2B5EF4-FFF2-40B4-BE49-F238E27FC236}">
                      <a16:creationId xmlns:a16="http://schemas.microsoft.com/office/drawing/2014/main" id="{AF86FB30-9586-CCDE-B112-F26D86EFFA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6" name="Line 25">
                  <a:extLst>
                    <a:ext uri="{FF2B5EF4-FFF2-40B4-BE49-F238E27FC236}">
                      <a16:creationId xmlns:a16="http://schemas.microsoft.com/office/drawing/2014/main" id="{D5EB0B7F-28BE-41AB-5704-22798527AA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7" name="Line 26">
                  <a:extLst>
                    <a:ext uri="{FF2B5EF4-FFF2-40B4-BE49-F238E27FC236}">
                      <a16:creationId xmlns:a16="http://schemas.microsoft.com/office/drawing/2014/main" id="{0544798F-4ED2-8F8B-3AED-B7E5C2FD15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8" name="Line 27">
                  <a:extLst>
                    <a:ext uri="{FF2B5EF4-FFF2-40B4-BE49-F238E27FC236}">
                      <a16:creationId xmlns:a16="http://schemas.microsoft.com/office/drawing/2014/main" id="{CD20740C-05AE-0D60-0390-CDED41A05F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39" name="Line 28">
                  <a:extLst>
                    <a:ext uri="{FF2B5EF4-FFF2-40B4-BE49-F238E27FC236}">
                      <a16:creationId xmlns:a16="http://schemas.microsoft.com/office/drawing/2014/main" id="{16C85A05-25A0-2D0A-FA4C-60D214D750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0" name="Line 29">
                  <a:extLst>
                    <a:ext uri="{FF2B5EF4-FFF2-40B4-BE49-F238E27FC236}">
                      <a16:creationId xmlns:a16="http://schemas.microsoft.com/office/drawing/2014/main" id="{3F3C242C-E3BE-3975-7DC1-6D4A801B1A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1" name="Line 30">
                  <a:extLst>
                    <a:ext uri="{FF2B5EF4-FFF2-40B4-BE49-F238E27FC236}">
                      <a16:creationId xmlns:a16="http://schemas.microsoft.com/office/drawing/2014/main" id="{F111DFEE-6D2A-8AE4-A2AE-5D1671EFCB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2" name="Line 31">
                  <a:extLst>
                    <a:ext uri="{FF2B5EF4-FFF2-40B4-BE49-F238E27FC236}">
                      <a16:creationId xmlns:a16="http://schemas.microsoft.com/office/drawing/2014/main" id="{3D26EA82-A6D2-4176-CDB7-0289FB892A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3" name="Line 32">
                  <a:extLst>
                    <a:ext uri="{FF2B5EF4-FFF2-40B4-BE49-F238E27FC236}">
                      <a16:creationId xmlns:a16="http://schemas.microsoft.com/office/drawing/2014/main" id="{5C2CA673-B81F-684D-61C0-08A8178309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4" name="Line 33">
                  <a:extLst>
                    <a:ext uri="{FF2B5EF4-FFF2-40B4-BE49-F238E27FC236}">
                      <a16:creationId xmlns:a16="http://schemas.microsoft.com/office/drawing/2014/main" id="{705BABBF-BE7E-EF17-FEFC-1E531D14D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5" name="Line 34">
                  <a:extLst>
                    <a:ext uri="{FF2B5EF4-FFF2-40B4-BE49-F238E27FC236}">
                      <a16:creationId xmlns:a16="http://schemas.microsoft.com/office/drawing/2014/main" id="{C2B69859-A997-2B59-0501-AD28EF0E24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6" name="Line 35">
                  <a:extLst>
                    <a:ext uri="{FF2B5EF4-FFF2-40B4-BE49-F238E27FC236}">
                      <a16:creationId xmlns:a16="http://schemas.microsoft.com/office/drawing/2014/main" id="{DC21111F-49A6-6331-0D3D-0D4B087B70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7" name="Line 36">
                  <a:extLst>
                    <a:ext uri="{FF2B5EF4-FFF2-40B4-BE49-F238E27FC236}">
                      <a16:creationId xmlns:a16="http://schemas.microsoft.com/office/drawing/2014/main" id="{4EB0FF30-402D-EFF5-CEE3-EA4830C136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8" name="Line 37">
                  <a:extLst>
                    <a:ext uri="{FF2B5EF4-FFF2-40B4-BE49-F238E27FC236}">
                      <a16:creationId xmlns:a16="http://schemas.microsoft.com/office/drawing/2014/main" id="{3138A459-E8CF-0A5C-EB8A-BA8A3A768C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9" name="Line 38">
                  <a:extLst>
                    <a:ext uri="{FF2B5EF4-FFF2-40B4-BE49-F238E27FC236}">
                      <a16:creationId xmlns:a16="http://schemas.microsoft.com/office/drawing/2014/main" id="{99331635-897E-6D14-CE4A-1EDB9EDFD3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0" name="Line 39">
                  <a:extLst>
                    <a:ext uri="{FF2B5EF4-FFF2-40B4-BE49-F238E27FC236}">
                      <a16:creationId xmlns:a16="http://schemas.microsoft.com/office/drawing/2014/main" id="{A8FF72C1-1462-2F4B-CA99-C81B8850FC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1" name="Line 40">
                  <a:extLst>
                    <a:ext uri="{FF2B5EF4-FFF2-40B4-BE49-F238E27FC236}">
                      <a16:creationId xmlns:a16="http://schemas.microsoft.com/office/drawing/2014/main" id="{347FBCD4-62ED-1790-CD9E-A3F09E504C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2" name="Line 41">
                  <a:extLst>
                    <a:ext uri="{FF2B5EF4-FFF2-40B4-BE49-F238E27FC236}">
                      <a16:creationId xmlns:a16="http://schemas.microsoft.com/office/drawing/2014/main" id="{29EC59A5-4BD3-A374-44DC-AC6ED8D31A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3" name="Line 42">
                  <a:extLst>
                    <a:ext uri="{FF2B5EF4-FFF2-40B4-BE49-F238E27FC236}">
                      <a16:creationId xmlns:a16="http://schemas.microsoft.com/office/drawing/2014/main" id="{C49409A1-2841-94C3-39E5-74EBDD62D7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4" name="Line 43">
                  <a:extLst>
                    <a:ext uri="{FF2B5EF4-FFF2-40B4-BE49-F238E27FC236}">
                      <a16:creationId xmlns:a16="http://schemas.microsoft.com/office/drawing/2014/main" id="{15600CF4-7CFE-FE3F-7958-6DED5A3C52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5" name="Line 44">
                  <a:extLst>
                    <a:ext uri="{FF2B5EF4-FFF2-40B4-BE49-F238E27FC236}">
                      <a16:creationId xmlns:a16="http://schemas.microsoft.com/office/drawing/2014/main" id="{995BC323-623D-3692-A7B7-587643EDB8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6" name="Line 45">
                  <a:extLst>
                    <a:ext uri="{FF2B5EF4-FFF2-40B4-BE49-F238E27FC236}">
                      <a16:creationId xmlns:a16="http://schemas.microsoft.com/office/drawing/2014/main" id="{9529C31B-1026-9DB7-5138-1F852C37C1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7" name="Line 46">
                  <a:extLst>
                    <a:ext uri="{FF2B5EF4-FFF2-40B4-BE49-F238E27FC236}">
                      <a16:creationId xmlns:a16="http://schemas.microsoft.com/office/drawing/2014/main" id="{2ABE477B-5C9C-1C65-0A21-F2086133A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8" name="Line 47">
                  <a:extLst>
                    <a:ext uri="{FF2B5EF4-FFF2-40B4-BE49-F238E27FC236}">
                      <a16:creationId xmlns:a16="http://schemas.microsoft.com/office/drawing/2014/main" id="{0D71673E-92B3-F95E-3587-6603879C16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9" name="Line 48">
                  <a:extLst>
                    <a:ext uri="{FF2B5EF4-FFF2-40B4-BE49-F238E27FC236}">
                      <a16:creationId xmlns:a16="http://schemas.microsoft.com/office/drawing/2014/main" id="{6FB80A43-9E05-F38E-1A93-94343F4E7B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0" name="Line 49">
                  <a:extLst>
                    <a:ext uri="{FF2B5EF4-FFF2-40B4-BE49-F238E27FC236}">
                      <a16:creationId xmlns:a16="http://schemas.microsoft.com/office/drawing/2014/main" id="{7942865D-F489-9C41-5EEF-7F02861F73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1" name="Line 50">
                  <a:extLst>
                    <a:ext uri="{FF2B5EF4-FFF2-40B4-BE49-F238E27FC236}">
                      <a16:creationId xmlns:a16="http://schemas.microsoft.com/office/drawing/2014/main" id="{716D9045-1818-7CA9-447A-4DB4B47547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2" name="Line 51">
                  <a:extLst>
                    <a:ext uri="{FF2B5EF4-FFF2-40B4-BE49-F238E27FC236}">
                      <a16:creationId xmlns:a16="http://schemas.microsoft.com/office/drawing/2014/main" id="{5931377E-FD2D-B306-17A2-4E4CEBCF8F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3" name="Line 52">
                  <a:extLst>
                    <a:ext uri="{FF2B5EF4-FFF2-40B4-BE49-F238E27FC236}">
                      <a16:creationId xmlns:a16="http://schemas.microsoft.com/office/drawing/2014/main" id="{71CD8F53-DBCF-0C39-8402-7CF4C955D6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144" name="Line 53">
                  <a:extLst>
                    <a:ext uri="{FF2B5EF4-FFF2-40B4-BE49-F238E27FC236}">
                      <a16:creationId xmlns:a16="http://schemas.microsoft.com/office/drawing/2014/main" id="{A200124E-5793-B149-8AC4-B04EDB917A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145" name="Line 54">
                  <a:extLst>
                    <a:ext uri="{FF2B5EF4-FFF2-40B4-BE49-F238E27FC236}">
                      <a16:creationId xmlns:a16="http://schemas.microsoft.com/office/drawing/2014/main" id="{1D68E7D6-B478-F199-EA4C-C1C4C7F6BA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6146" name="Line 55">
                  <a:extLst>
                    <a:ext uri="{FF2B5EF4-FFF2-40B4-BE49-F238E27FC236}">
                      <a16:creationId xmlns:a16="http://schemas.microsoft.com/office/drawing/2014/main" id="{6539CD25-952A-26E3-6AAA-97F2CE1922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sp>
            <p:nvSpPr>
              <p:cNvPr id="15" name="Line 56">
                <a:extLst>
                  <a:ext uri="{FF2B5EF4-FFF2-40B4-BE49-F238E27FC236}">
                    <a16:creationId xmlns:a16="http://schemas.microsoft.com/office/drawing/2014/main" id="{09CBF300-83E3-50B4-33FE-A15C4526FFC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4" name="Group 76">
              <a:extLst>
                <a:ext uri="{FF2B5EF4-FFF2-40B4-BE49-F238E27FC236}">
                  <a16:creationId xmlns:a16="http://schemas.microsoft.com/office/drawing/2014/main" id="{27CB32EE-F010-40C3-7B86-2F188CC28CE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65">
                <a:extLst>
                  <a:ext uri="{FF2B5EF4-FFF2-40B4-BE49-F238E27FC236}">
                    <a16:creationId xmlns:a16="http://schemas.microsoft.com/office/drawing/2014/main" id="{750C39B6-B520-E790-0E03-9AB182E0D2F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" name="Line 63">
                <a:extLst>
                  <a:ext uri="{FF2B5EF4-FFF2-40B4-BE49-F238E27FC236}">
                    <a16:creationId xmlns:a16="http://schemas.microsoft.com/office/drawing/2014/main" id="{2EA6E35D-D5F4-028B-C56C-9C39CB19149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1" name="Line 64">
                <a:extLst>
                  <a:ext uri="{FF2B5EF4-FFF2-40B4-BE49-F238E27FC236}">
                    <a16:creationId xmlns:a16="http://schemas.microsoft.com/office/drawing/2014/main" id="{4C262ECF-3AD6-A14E-33BD-BF35715E764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2" name="Arc 66">
                <a:extLst>
                  <a:ext uri="{FF2B5EF4-FFF2-40B4-BE49-F238E27FC236}">
                    <a16:creationId xmlns:a16="http://schemas.microsoft.com/office/drawing/2014/main" id="{CA722019-EE70-0813-F8A9-5D46E73BC241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5" name="Group 75">
              <a:extLst>
                <a:ext uri="{FF2B5EF4-FFF2-40B4-BE49-F238E27FC236}">
                  <a16:creationId xmlns:a16="http://schemas.microsoft.com/office/drawing/2014/main" id="{44891505-D84C-70C2-C181-9A3848CF008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7">
                <a:extLst>
                  <a:ext uri="{FF2B5EF4-FFF2-40B4-BE49-F238E27FC236}">
                    <a16:creationId xmlns:a16="http://schemas.microsoft.com/office/drawing/2014/main" id="{D37AACDF-B461-6F93-1D8A-3852B69F9ED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7" name="Line 68">
                <a:extLst>
                  <a:ext uri="{FF2B5EF4-FFF2-40B4-BE49-F238E27FC236}">
                    <a16:creationId xmlns:a16="http://schemas.microsoft.com/office/drawing/2014/main" id="{9998FDE6-F0C9-6850-DC4B-10D0B2D64712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" name="Arc 69">
                <a:extLst>
                  <a:ext uri="{FF2B5EF4-FFF2-40B4-BE49-F238E27FC236}">
                    <a16:creationId xmlns:a16="http://schemas.microsoft.com/office/drawing/2014/main" id="{D8FFCED7-DD0B-E0E1-3C49-27210B942F55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sp>
        <p:nvSpPr>
          <p:cNvPr id="6201" name="Rectangle 5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pt-BR" noProof="0"/>
              <a:t>Click to edit Master title style</a:t>
            </a:r>
          </a:p>
        </p:txBody>
      </p:sp>
      <p:sp>
        <p:nvSpPr>
          <p:cNvPr id="6202" name="Rectangle 5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Click to edit Master subtitle style</a:t>
            </a:r>
          </a:p>
        </p:txBody>
      </p:sp>
      <p:sp>
        <p:nvSpPr>
          <p:cNvPr id="6147" name="Rectangle 71">
            <a:extLst>
              <a:ext uri="{FF2B5EF4-FFF2-40B4-BE49-F238E27FC236}">
                <a16:creationId xmlns:a16="http://schemas.microsoft.com/office/drawing/2014/main" id="{B87FA324-CD92-E075-2ED6-562469B3E80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6148" name="Rectangle 72">
            <a:extLst>
              <a:ext uri="{FF2B5EF4-FFF2-40B4-BE49-F238E27FC236}">
                <a16:creationId xmlns:a16="http://schemas.microsoft.com/office/drawing/2014/main" id="{E18F96AD-9A60-2654-3F65-37AC55643D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6149" name="Rectangle 73">
            <a:extLst>
              <a:ext uri="{FF2B5EF4-FFF2-40B4-BE49-F238E27FC236}">
                <a16:creationId xmlns:a16="http://schemas.microsoft.com/office/drawing/2014/main" id="{D2DED727-0A02-3E42-15FC-BC6FD2BE78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BD235-EC75-4E47-B3C8-82A15B647386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912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8">
            <a:extLst>
              <a:ext uri="{FF2B5EF4-FFF2-40B4-BE49-F238E27FC236}">
                <a16:creationId xmlns:a16="http://schemas.microsoft.com/office/drawing/2014/main" id="{3C5ABD1A-DBAC-3C61-D1D8-375BBD969B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5" name="Rectangle 69">
            <a:extLst>
              <a:ext uri="{FF2B5EF4-FFF2-40B4-BE49-F238E27FC236}">
                <a16:creationId xmlns:a16="http://schemas.microsoft.com/office/drawing/2014/main" id="{1D57552D-E767-45EF-1BFC-5526628DD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6" name="Rectangle 70">
            <a:extLst>
              <a:ext uri="{FF2B5EF4-FFF2-40B4-BE49-F238E27FC236}">
                <a16:creationId xmlns:a16="http://schemas.microsoft.com/office/drawing/2014/main" id="{FB4219C1-A723-68C9-79D9-E153827BC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3C3B4B-9FCB-4617-96E2-B8C2913B28F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1749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Rectangle 68">
            <a:extLst>
              <a:ext uri="{FF2B5EF4-FFF2-40B4-BE49-F238E27FC236}">
                <a16:creationId xmlns:a16="http://schemas.microsoft.com/office/drawing/2014/main" id="{64A4B084-CDC8-A9F8-BC7B-B42FE3B425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5" name="Rectangle 69">
            <a:extLst>
              <a:ext uri="{FF2B5EF4-FFF2-40B4-BE49-F238E27FC236}">
                <a16:creationId xmlns:a16="http://schemas.microsoft.com/office/drawing/2014/main" id="{AA8148E1-F203-B905-379D-FCED92F460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6" name="Rectangle 70">
            <a:extLst>
              <a:ext uri="{FF2B5EF4-FFF2-40B4-BE49-F238E27FC236}">
                <a16:creationId xmlns:a16="http://schemas.microsoft.com/office/drawing/2014/main" id="{D65BCAE5-26B6-C6A7-6BFD-5FBA3BB021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7ADC9-A2BB-43C3-AFC7-F83F05A4DD4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504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8">
            <a:extLst>
              <a:ext uri="{FF2B5EF4-FFF2-40B4-BE49-F238E27FC236}">
                <a16:creationId xmlns:a16="http://schemas.microsoft.com/office/drawing/2014/main" id="{63EF1F9A-837B-4BCD-F753-B4D0F02D86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6" name="Rectangle 69">
            <a:extLst>
              <a:ext uri="{FF2B5EF4-FFF2-40B4-BE49-F238E27FC236}">
                <a16:creationId xmlns:a16="http://schemas.microsoft.com/office/drawing/2014/main" id="{513060EB-B0FF-32B1-A250-F0A5041DCE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7" name="Rectangle 70">
            <a:extLst>
              <a:ext uri="{FF2B5EF4-FFF2-40B4-BE49-F238E27FC236}">
                <a16:creationId xmlns:a16="http://schemas.microsoft.com/office/drawing/2014/main" id="{75024649-325A-AA4A-89EB-05F1D45DE5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FE21E-6748-4E3F-8DE6-CC2C8008795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3623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68">
            <a:extLst>
              <a:ext uri="{FF2B5EF4-FFF2-40B4-BE49-F238E27FC236}">
                <a16:creationId xmlns:a16="http://schemas.microsoft.com/office/drawing/2014/main" id="{50CC6431-7C11-0813-F0D4-9582FB25DA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8" name="Rectangle 69">
            <a:extLst>
              <a:ext uri="{FF2B5EF4-FFF2-40B4-BE49-F238E27FC236}">
                <a16:creationId xmlns:a16="http://schemas.microsoft.com/office/drawing/2014/main" id="{DE431F19-FB65-A4F6-83F4-5027617871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9" name="Rectangle 70">
            <a:extLst>
              <a:ext uri="{FF2B5EF4-FFF2-40B4-BE49-F238E27FC236}">
                <a16:creationId xmlns:a16="http://schemas.microsoft.com/office/drawing/2014/main" id="{D29F77E0-1DD7-D237-4FE4-551EFA30BA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82C21-3787-477A-B58A-218FF58664B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026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68">
            <a:extLst>
              <a:ext uri="{FF2B5EF4-FFF2-40B4-BE49-F238E27FC236}">
                <a16:creationId xmlns:a16="http://schemas.microsoft.com/office/drawing/2014/main" id="{1A51E88C-AED3-F221-0EEA-ED391D5E02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4" name="Rectangle 69">
            <a:extLst>
              <a:ext uri="{FF2B5EF4-FFF2-40B4-BE49-F238E27FC236}">
                <a16:creationId xmlns:a16="http://schemas.microsoft.com/office/drawing/2014/main" id="{6C9BC251-82B0-C0AF-1CB5-1D4B4204E1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5" name="Rectangle 70">
            <a:extLst>
              <a:ext uri="{FF2B5EF4-FFF2-40B4-BE49-F238E27FC236}">
                <a16:creationId xmlns:a16="http://schemas.microsoft.com/office/drawing/2014/main" id="{BDDB6249-8DCD-88FB-9119-9D5B167FEF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16E3B-DC0F-4631-920A-BE6E7A747AEC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957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>
            <a:extLst>
              <a:ext uri="{FF2B5EF4-FFF2-40B4-BE49-F238E27FC236}">
                <a16:creationId xmlns:a16="http://schemas.microsoft.com/office/drawing/2014/main" id="{247C36CD-D0A8-F38E-E04F-5C402DB449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" name="Rectangle 69">
            <a:extLst>
              <a:ext uri="{FF2B5EF4-FFF2-40B4-BE49-F238E27FC236}">
                <a16:creationId xmlns:a16="http://schemas.microsoft.com/office/drawing/2014/main" id="{E09DE9A5-060E-7546-0E71-39F36C3747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4" name="Rectangle 70">
            <a:extLst>
              <a:ext uri="{FF2B5EF4-FFF2-40B4-BE49-F238E27FC236}">
                <a16:creationId xmlns:a16="http://schemas.microsoft.com/office/drawing/2014/main" id="{14D0F5A2-1446-A018-CD97-C71DE66AE8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C6734-3A79-4674-AEA4-F63DF31E359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132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Rectangle 68">
            <a:extLst>
              <a:ext uri="{FF2B5EF4-FFF2-40B4-BE49-F238E27FC236}">
                <a16:creationId xmlns:a16="http://schemas.microsoft.com/office/drawing/2014/main" id="{5C9E1152-1D89-B2A4-56CC-C60F7E6E6B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6" name="Rectangle 69">
            <a:extLst>
              <a:ext uri="{FF2B5EF4-FFF2-40B4-BE49-F238E27FC236}">
                <a16:creationId xmlns:a16="http://schemas.microsoft.com/office/drawing/2014/main" id="{1F2AF259-08FA-42DF-1F5F-C6F0AFC221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7" name="Rectangle 70">
            <a:extLst>
              <a:ext uri="{FF2B5EF4-FFF2-40B4-BE49-F238E27FC236}">
                <a16:creationId xmlns:a16="http://schemas.microsoft.com/office/drawing/2014/main" id="{BD22DE5C-9D6A-AAEE-A549-4BA969FCAF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4B9C9-BCA0-4244-87AC-65E5AE53C94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461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Rectangle 68">
            <a:extLst>
              <a:ext uri="{FF2B5EF4-FFF2-40B4-BE49-F238E27FC236}">
                <a16:creationId xmlns:a16="http://schemas.microsoft.com/office/drawing/2014/main" id="{4C679D9B-E369-2DB2-8FFF-9D819009BF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6" name="Rectangle 69">
            <a:extLst>
              <a:ext uri="{FF2B5EF4-FFF2-40B4-BE49-F238E27FC236}">
                <a16:creationId xmlns:a16="http://schemas.microsoft.com/office/drawing/2014/main" id="{3CB59D1B-06A1-24B8-3B9A-D1CD4535AB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7" name="Rectangle 70">
            <a:extLst>
              <a:ext uri="{FF2B5EF4-FFF2-40B4-BE49-F238E27FC236}">
                <a16:creationId xmlns:a16="http://schemas.microsoft.com/office/drawing/2014/main" id="{C6B0E0C5-A065-502F-9FD7-082344473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34A5F-F736-4C41-9ECC-F1EFDB0E16C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265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8">
            <a:extLst>
              <a:ext uri="{FF2B5EF4-FFF2-40B4-BE49-F238E27FC236}">
                <a16:creationId xmlns:a16="http://schemas.microsoft.com/office/drawing/2014/main" id="{ED84DFFC-F75A-66F3-441D-33208A2A8C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5" name="Rectangle 69">
            <a:extLst>
              <a:ext uri="{FF2B5EF4-FFF2-40B4-BE49-F238E27FC236}">
                <a16:creationId xmlns:a16="http://schemas.microsoft.com/office/drawing/2014/main" id="{F076CB04-E2F5-47FC-AF8D-2ACA95E307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6" name="Rectangle 70">
            <a:extLst>
              <a:ext uri="{FF2B5EF4-FFF2-40B4-BE49-F238E27FC236}">
                <a16:creationId xmlns:a16="http://schemas.microsoft.com/office/drawing/2014/main" id="{7EB4462B-2621-D6C6-DDF1-040A73DCF8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D2BE0-E24B-47DD-AFC5-4F0206FA1E2D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7250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8">
            <a:extLst>
              <a:ext uri="{FF2B5EF4-FFF2-40B4-BE49-F238E27FC236}">
                <a16:creationId xmlns:a16="http://schemas.microsoft.com/office/drawing/2014/main" id="{F1BAF536-6CD0-B787-B0B4-FE9C2A1510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5" name="Rectangle 69">
            <a:extLst>
              <a:ext uri="{FF2B5EF4-FFF2-40B4-BE49-F238E27FC236}">
                <a16:creationId xmlns:a16="http://schemas.microsoft.com/office/drawing/2014/main" id="{E3C9A5CE-0B2C-33FF-42BF-7A15040215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6" name="Rectangle 70">
            <a:extLst>
              <a:ext uri="{FF2B5EF4-FFF2-40B4-BE49-F238E27FC236}">
                <a16:creationId xmlns:a16="http://schemas.microsoft.com/office/drawing/2014/main" id="{2BCD8332-EEBF-8A1C-C418-A0875CBCE2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6F42A-F7E6-4495-B5EC-B060FABADD8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2288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ítulo e Texto em cim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7772400" cy="1981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8200" y="4038600"/>
            <a:ext cx="7772400" cy="1981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8">
            <a:extLst>
              <a:ext uri="{FF2B5EF4-FFF2-40B4-BE49-F238E27FC236}">
                <a16:creationId xmlns:a16="http://schemas.microsoft.com/office/drawing/2014/main" id="{959375DC-F530-38C8-4FED-5CB53C5B48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6" name="Rectangle 69">
            <a:extLst>
              <a:ext uri="{FF2B5EF4-FFF2-40B4-BE49-F238E27FC236}">
                <a16:creationId xmlns:a16="http://schemas.microsoft.com/office/drawing/2014/main" id="{7A9C5EEA-DA39-56A6-839F-72AAEB96A6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7" name="Rectangle 70">
            <a:extLst>
              <a:ext uri="{FF2B5EF4-FFF2-40B4-BE49-F238E27FC236}">
                <a16:creationId xmlns:a16="http://schemas.microsoft.com/office/drawing/2014/main" id="{E0897BEE-19E3-3A60-12A9-6FF6822AE5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8B5077-4538-4F4E-8F74-DD3FDE9DE83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948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4D7F54B8-62AB-5201-46A8-C9C469ABE24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9D0C30F0-9DC9-8EBB-0E88-C1072270E5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F3D43876-8F07-B8F0-CFD0-8B3116CA1A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23B3E449-AD1D-7B65-C4E8-88152EA2DA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9B2CF325-3BA7-C40B-572B-4953DAC8C0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E660205D-7D57-A8A8-007E-289E3D5618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403B048F-D340-75F1-A057-A3E1966363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198E304F-1BF2-C10A-14A4-210557C98D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D819B484-8FCA-E520-D67B-6AD210850F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F57F049B-B561-21F0-F333-C95211A9C2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58F803BD-2ADF-48CE-95C4-986451EDB6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50E9B0DC-D6F7-8FA1-E58E-08BBBF6825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54BC408E-A640-80E9-F02B-D4C895F637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C1764926-7668-9C6B-8140-3E767385EC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3440B849-F476-681C-AB01-20739AF2D4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AFD1A9D5-3ACA-732A-19C8-F9EF11B0DE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C4B20045-E610-9338-F473-C185BEEC51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EC9F8BC5-D94D-7563-5B3D-5616B94716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CD6C8386-2FD9-8543-792C-0E070D57D0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C88ACEA5-BCD4-2E0A-8E29-9C74D86E2D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A863EFC8-5250-1F2F-E934-B450C81C5B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E5FA168E-0B9F-CE1D-C2A5-86BAE29E64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E95E0B63-F728-DAC0-D2DA-21899EC2F3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433C18DB-EF01-ECB2-D814-7DD72B5DCE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0C588D2C-AD42-7D62-CAF1-5571B08569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2F7F2083-B080-D362-A52A-43CC00A70F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160B7337-2432-FF7D-C379-FC10CABC3C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5EC66DF7-A8C4-0AFE-FA50-49F262C962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3BD90BD2-3D85-7550-CC19-DDD1A3452A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098BB56F-72B3-7C3B-2C4C-813710604D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77686C2D-E6C8-771A-54B3-C79ECF1250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12408AC4-0754-31DF-BFB9-BC9F64AA6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D3964C7F-F8E4-F2C8-8439-D32571F672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2FD48023-B9EE-3838-52AD-AB38A99E4B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5399F9AD-356D-BD88-A52A-CF69E4E78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F5BAAE8C-16EC-3EA1-9F79-3366FA8AD3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BB477704-215C-8388-B5FF-90C147844A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10887D5F-8157-9EFD-E0BE-8D1D1D0DD4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3B9B6805-1B98-3549-DEB5-10D579FC9D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2D4C6D78-9622-80E6-CA90-947E7F80B9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7CC37C42-ED49-698D-92FB-F0AAAF8A18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6874F7FF-91A3-59E9-4752-2DCA1478A7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96D2383D-D4A4-44A4-EBB2-DCB90D6F4A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BC7339AC-B3D7-1B65-7A2E-2A68E3ABFD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7EEE8437-A4A8-59C7-D76B-9FD91733D1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1EDF7330-4775-B879-DD3E-BF27526B36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0D4117BA-39E3-5344-B9FD-B32ED99FC3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EA2F6335-45A4-184F-F302-A386499AF7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92C22AB6-F43A-B866-233F-40801FE206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5CF934B5-3847-EEDB-E1DB-CDE885CE58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13521A68-3E19-176F-B25E-FA97A247D0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64293A7E-BED6-A7B7-7F7F-C18426C3D7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0F0B0E44-1FB3-E2ED-BA7C-53EF31029C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812D1046-CDBD-30DD-ACF5-957CD9E267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08240A8D-0FBE-7BB0-A0A0-E6B192CE03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</p:grpSp>
        <p:sp>
          <p:nvSpPr>
            <p:cNvPr id="1033" name="Rectangle 57">
              <a:extLst>
                <a:ext uri="{FF2B5EF4-FFF2-40B4-BE49-F238E27FC236}">
                  <a16:creationId xmlns:a16="http://schemas.microsoft.com/office/drawing/2014/main" id="{3035A008-3271-39DE-F25C-F2B171965ADE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14"/>
              <a:srcRect/>
              <a:tile tx="0" ty="0" sx="100000" sy="100000" flip="none" algn="tl"/>
            </a:blipFill>
            <a:ln>
              <a:noFill/>
            </a:ln>
            <a:effectLst/>
          </p:spPr>
          <p:txBody>
            <a:bodyPr wrap="none" anchor="ctr"/>
            <a:lstStyle>
              <a:lvl1pPr>
                <a:defRPr sz="4400">
                  <a:solidFill>
                    <a:schemeClr val="tx2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4400">
                  <a:solidFill>
                    <a:schemeClr val="tx2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4400">
                  <a:solidFill>
                    <a:schemeClr val="tx2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4400">
                  <a:solidFill>
                    <a:schemeClr val="tx2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4400">
                  <a:solidFill>
                    <a:schemeClr val="tx2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3DA760F0-9772-7A50-5E68-C89B99DDDA34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CC5E7812-6941-4DA1-F18D-CA109AAA20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65A2C9C1-B15D-9D16-4D2F-EA4CF1829A5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3F5489AF-375B-3B64-7C9C-24C464F09C8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9DB154B0-0935-52C3-E212-57D7F9F2AA34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88D12A35-C2DA-A1D5-391B-201A90DF4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BD92F3B-2A7E-3C6D-C2A8-22ED6C259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1092" name="Rectangle 68">
            <a:extLst>
              <a:ext uri="{FF2B5EF4-FFF2-40B4-BE49-F238E27FC236}">
                <a16:creationId xmlns:a16="http://schemas.microsoft.com/office/drawing/2014/main" id="{02643BF4-1C55-7065-C690-6EF0836489A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1093" name="Rectangle 69">
            <a:extLst>
              <a:ext uri="{FF2B5EF4-FFF2-40B4-BE49-F238E27FC236}">
                <a16:creationId xmlns:a16="http://schemas.microsoft.com/office/drawing/2014/main" id="{F9CB18BF-E292-E737-7FE8-50650BA0CBC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pt-BR"/>
              <a:t>Economics 20 - Prof. Anderson</a:t>
            </a:r>
          </a:p>
        </p:txBody>
      </p:sp>
      <p:sp>
        <p:nvSpPr>
          <p:cNvPr id="1094" name="Rectangle 70">
            <a:extLst>
              <a:ext uri="{FF2B5EF4-FFF2-40B4-BE49-F238E27FC236}">
                <a16:creationId xmlns:a16="http://schemas.microsoft.com/office/drawing/2014/main" id="{6EDCDBA7-7044-88AA-0A6B-8A7C307E43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327DC44-9CC7-4B16-8560-461D7D2A0B83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52C8622D-87F4-EECD-BBA3-AA58C45EC0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2708275"/>
            <a:ext cx="7772400" cy="793750"/>
          </a:xfrm>
        </p:spPr>
        <p:txBody>
          <a:bodyPr/>
          <a:lstStyle/>
          <a:p>
            <a:r>
              <a:rPr lang="pt-BR" altLang="pt-BR"/>
              <a:t>Modelo de probabilidade linear</a:t>
            </a:r>
          </a:p>
        </p:txBody>
      </p:sp>
      <p:sp>
        <p:nvSpPr>
          <p:cNvPr id="4099" name="Subtítulo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BA94468-8F5F-F71D-5F01-AD494D5FEED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90600" y="4076700"/>
            <a:ext cx="6400800" cy="985838"/>
          </a:xfrm>
        </p:spPr>
        <p:txBody>
          <a:bodyPr/>
          <a:lstStyle/>
          <a:p>
            <a:endParaRPr lang="pt-BR" altLang="pt-BR"/>
          </a:p>
        </p:txBody>
      </p:sp>
      <p:sp>
        <p:nvSpPr>
          <p:cNvPr id="4100" name="Espaço Reservado para Número de Slide 3">
            <a:extLst>
              <a:ext uri="{FF2B5EF4-FFF2-40B4-BE49-F238E27FC236}">
                <a16:creationId xmlns:a16="http://schemas.microsoft.com/office/drawing/2014/main" id="{E111677C-5672-FD8A-005C-8D189EFF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77AF81-3949-4D55-ABAD-7C535D20CCBF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pt-BR" sz="1400"/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89D45478-2D90-B7D1-1FF5-2B8A4B7EB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789363"/>
            <a:ext cx="777240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br>
              <a:rPr lang="en-US" altLang="pt-BR" sz="4400">
                <a:solidFill>
                  <a:schemeClr val="tx2"/>
                </a:solidFill>
              </a:rPr>
            </a:br>
            <a:endParaRPr lang="en-US" altLang="pt-BR" sz="4400">
              <a:solidFill>
                <a:schemeClr val="tx2"/>
              </a:solidFill>
            </a:endParaRPr>
          </a:p>
        </p:txBody>
      </p:sp>
      <p:sp>
        <p:nvSpPr>
          <p:cNvPr id="410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4782CF7-5828-369E-C968-D93C5398F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076700"/>
            <a:ext cx="6400800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endParaRPr lang="en-US" altLang="pt-BR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D721CB14-74C1-5D92-5293-68C24FFD4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C09050-E20A-B0E3-A1A1-3AFA0E209C4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2"/>
            <a:stretch>
              <a:fillRect l="-2039" t="-2370" r="-1961" b="-4000"/>
            </a:stretch>
          </a:blipFill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pt-BR">
                <a:noFill/>
              </a:rPr>
              <a:t> </a:t>
            </a:r>
          </a:p>
        </p:txBody>
      </p:sp>
      <p:sp>
        <p:nvSpPr>
          <p:cNvPr id="5124" name="Espaço Reservado para Número de Slide 4">
            <a:extLst>
              <a:ext uri="{FF2B5EF4-FFF2-40B4-BE49-F238E27FC236}">
                <a16:creationId xmlns:a16="http://schemas.microsoft.com/office/drawing/2014/main" id="{3C2CFE99-0A98-C724-24E5-9166BD7DA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3BCFBB-BA81-4C31-AAEF-A1C7CABB2CA8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pt-BR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>
            <a:extLst>
              <a:ext uri="{FF2B5EF4-FFF2-40B4-BE49-F238E27FC236}">
                <a16:creationId xmlns:a16="http://schemas.microsoft.com/office/drawing/2014/main" id="{EA5FB40F-494F-EDB0-0E0D-32A5D6CB3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altLang="pt-BR" sz="3600"/>
              <a:t>O que acontece se MQO é usado para explicar um evento qualitativo?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259F62-5322-ED98-96BD-0F951EE0248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2"/>
            <a:stretch>
              <a:fillRect l="-2431" t="-2519" r="-2353"/>
            </a:stretch>
          </a:blipFill>
        </p:spPr>
        <p:txBody>
          <a:bodyPr/>
          <a:lstStyle/>
          <a:p>
            <a:r>
              <a:rPr lang="pt-BR">
                <a:noFill/>
              </a:rPr>
              <a:t> </a:t>
            </a:r>
          </a:p>
        </p:txBody>
      </p:sp>
      <p:sp>
        <p:nvSpPr>
          <p:cNvPr id="6148" name="Espaço Reservado para Número de Slide 4">
            <a:extLst>
              <a:ext uri="{FF2B5EF4-FFF2-40B4-BE49-F238E27FC236}">
                <a16:creationId xmlns:a16="http://schemas.microsoft.com/office/drawing/2014/main" id="{B841E53E-34AF-C60A-8F91-623D8FB3A6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fld id="{A8D84F41-21C3-4183-B18B-6624389BBF34}" type="slidenum">
              <a:rPr lang="en-US" altLang="pt-BR" sz="1400" smtClean="0">
                <a:solidFill>
                  <a:schemeClr val="tx1"/>
                </a:solidFill>
              </a:rPr>
              <a:pPr/>
              <a:t>3</a:t>
            </a:fld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0ACA7165-A496-A249-EAC3-A73D0891D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C8B79C-E402-D6C3-FFF7-FE93028641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2"/>
            <a:stretch>
              <a:fillRect l="-2039" t="-2370"/>
            </a:stretch>
          </a:blipFill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>
                <a:noFill/>
              </a:rPr>
              <a:t> </a:t>
            </a:r>
          </a:p>
        </p:txBody>
      </p:sp>
      <p:sp>
        <p:nvSpPr>
          <p:cNvPr id="7172" name="Espaço Reservado para Número de Slide 4">
            <a:extLst>
              <a:ext uri="{FF2B5EF4-FFF2-40B4-BE49-F238E27FC236}">
                <a16:creationId xmlns:a16="http://schemas.microsoft.com/office/drawing/2014/main" id="{A9896A92-910B-E2E1-F71A-6CA30F21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A62D2D-3CCD-4B6C-92B6-266257F4171E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pt-BR" sz="1400"/>
          </a:p>
        </p:txBody>
      </p:sp>
      <p:graphicFrame>
        <p:nvGraphicFramePr>
          <p:cNvPr id="6" name="Tabela 6">
            <a:extLst>
              <a:ext uri="{FF2B5EF4-FFF2-40B4-BE49-F238E27FC236}">
                <a16:creationId xmlns:a16="http://schemas.microsoft.com/office/drawing/2014/main" id="{7E65F916-5C35-1065-71DE-5B2E85148CC4}"/>
              </a:ext>
            </a:extLst>
          </p:cNvPr>
          <p:cNvGraphicFramePr>
            <a:graphicFrameLocks noGrp="1"/>
          </p:cNvGraphicFramePr>
          <p:nvPr/>
        </p:nvGraphicFramePr>
        <p:xfrm>
          <a:off x="1907704" y="3051799"/>
          <a:ext cx="406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blipFill>
                      <a:blip r:embed="rId4"/>
                      <a:stretch>
                        <a:fillRect l="-299" t="-8333" r="-101198" b="-228333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Probabilidade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blipFill>
                      <a:blip r:embed="rId4"/>
                      <a:stretch>
                        <a:fillRect l="-100299" t="-106557" r="-1198" b="-12459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blipFill>
                      <a:blip r:embed="rId4"/>
                      <a:stretch>
                        <a:fillRect l="-100299" t="-210000" r="-1198" b="-26667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>
            <a:extLst>
              <a:ext uri="{FF2B5EF4-FFF2-40B4-BE49-F238E27FC236}">
                <a16:creationId xmlns:a16="http://schemas.microsoft.com/office/drawing/2014/main" id="{E6755337-F219-3FB1-809F-F0339DA4D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B6877D-62E7-45FD-69D9-FE44D77EF5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2"/>
            <a:stretch>
              <a:fillRect l="-2039" t="-2074" r="-1176"/>
            </a:stretch>
          </a:blipFill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>
                <a:noFill/>
              </a:rPr>
              <a:t> </a:t>
            </a:r>
          </a:p>
        </p:txBody>
      </p:sp>
      <p:sp>
        <p:nvSpPr>
          <p:cNvPr id="8196" name="Espaço Reservado para Número de Slide 4">
            <a:extLst>
              <a:ext uri="{FF2B5EF4-FFF2-40B4-BE49-F238E27FC236}">
                <a16:creationId xmlns:a16="http://schemas.microsoft.com/office/drawing/2014/main" id="{BCD616A5-917C-2FF2-89BD-64B69694B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7EBDE8-F556-4D37-B0E0-5F696C15456C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pt-BR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Número de Slide 5">
            <a:extLst>
              <a:ext uri="{FF2B5EF4-FFF2-40B4-BE49-F238E27FC236}">
                <a16:creationId xmlns:a16="http://schemas.microsoft.com/office/drawing/2014/main" id="{6272C6AF-1DD7-BA85-B5B4-BE91C9F4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49A1E3-76B9-43D2-AAB6-B82090D3556A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pt-BR" sz="1400"/>
          </a:p>
        </p:txBody>
      </p:sp>
      <p:sp>
        <p:nvSpPr>
          <p:cNvPr id="9933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3EBF575-7ACA-BAD4-4832-0E028BE56E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blipFill>
            <a:blip r:embed="rId3"/>
            <a:stretch>
              <a:fillRect l="-2039" t="-3556" r="-1961"/>
            </a:stretch>
          </a:blipFill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>
                <a:noFill/>
              </a:rPr>
              <a:t> </a:t>
            </a:r>
          </a:p>
        </p:txBody>
      </p:sp>
      <p:sp>
        <p:nvSpPr>
          <p:cNvPr id="9220" name="Título 1">
            <a:extLst>
              <a:ext uri="{FF2B5EF4-FFF2-40B4-BE49-F238E27FC236}">
                <a16:creationId xmlns:a16="http://schemas.microsoft.com/office/drawing/2014/main" id="{1B360CA3-B6FC-1E26-11F6-8AEC2F4DD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Modelo de probabilidade linear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>
            <a:extLst>
              <a:ext uri="{FF2B5EF4-FFF2-40B4-BE49-F238E27FC236}">
                <a16:creationId xmlns:a16="http://schemas.microsoft.com/office/drawing/2014/main" id="{C4CFD678-4518-84D8-EB8B-9A8E92D62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81CB5F-357D-17D0-F292-077FBDD3964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2"/>
            <a:stretch>
              <a:fillRect l="-2039" t="-3407" r="-1961" b="-1037"/>
            </a:stretch>
          </a:blipFill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pt-BR">
                <a:noFill/>
              </a:rPr>
              <a:t> </a:t>
            </a:r>
          </a:p>
        </p:txBody>
      </p:sp>
      <p:sp>
        <p:nvSpPr>
          <p:cNvPr id="10244" name="Espaço Reservado para Número de Slide 4">
            <a:extLst>
              <a:ext uri="{FF2B5EF4-FFF2-40B4-BE49-F238E27FC236}">
                <a16:creationId xmlns:a16="http://schemas.microsoft.com/office/drawing/2014/main" id="{9D36A0A4-D9A8-457E-8A2B-9B641750B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133AB6-E341-4425-9732-943B6A352FDB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pt-BR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>
            <a:extLst>
              <a:ext uri="{FF2B5EF4-FFF2-40B4-BE49-F238E27FC236}">
                <a16:creationId xmlns:a16="http://schemas.microsoft.com/office/drawing/2014/main" id="{5D06E1C0-6F20-B6D6-4C18-0756AF1AE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14338"/>
            <a:ext cx="7772400" cy="1143000"/>
          </a:xfrm>
        </p:spPr>
        <p:txBody>
          <a:bodyPr/>
          <a:lstStyle/>
          <a:p>
            <a:r>
              <a:rPr lang="pt-BR" altLang="pt-BR"/>
              <a:t>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31E3DC-FFAD-097F-A104-A61D8D0B880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2"/>
            <a:stretch>
              <a:fillRect l="-1647" t="-1630" r="-1569"/>
            </a:stretch>
          </a:blipFill>
        </p:spPr>
        <p:txBody>
          <a:bodyPr/>
          <a:lstStyle/>
          <a:p>
            <a:pPr>
              <a:defRPr/>
            </a:pPr>
            <a:r>
              <a:rPr lang="pt-BR">
                <a:noFill/>
              </a:rPr>
              <a:t> </a:t>
            </a:r>
          </a:p>
        </p:txBody>
      </p:sp>
      <p:sp>
        <p:nvSpPr>
          <p:cNvPr id="11268" name="Espaço Reservado para Número de Slide 4">
            <a:extLst>
              <a:ext uri="{FF2B5EF4-FFF2-40B4-BE49-F238E27FC236}">
                <a16:creationId xmlns:a16="http://schemas.microsoft.com/office/drawing/2014/main" id="{3E63E9F7-0488-4C0C-1B59-D5B23D631C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4F374-ACE7-424B-B9DD-D6E4D882BA8B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pt-BR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>
            <a:extLst>
              <a:ext uri="{FF2B5EF4-FFF2-40B4-BE49-F238E27FC236}">
                <a16:creationId xmlns:a16="http://schemas.microsoft.com/office/drawing/2014/main" id="{F6311DF9-985E-C0D9-DEF5-CE44AF2214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altLang="pt-BR" sz="3200" dirty="0"/>
              <a:t>Exemplo: determinantes da participação na força de trabalho de mulheres casadas</a:t>
            </a:r>
          </a:p>
        </p:txBody>
      </p:sp>
      <p:sp>
        <p:nvSpPr>
          <p:cNvPr id="12291" name="Espaço Reservado para Conteúdo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B18CB38-0F66-B12C-4099-6EDA352698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pt-BR" altLang="pt-BR" sz="2400" dirty="0" err="1"/>
              <a:t>inlf</a:t>
            </a:r>
            <a:r>
              <a:rPr lang="pt-BR" altLang="pt-BR" sz="2400" dirty="0"/>
              <a:t>=participação na força de trabalho de uma mulher casada; =1 se a mulher trabalhou com remuneração fora de casa em algum período, =0 caso contrário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pt-BR" altLang="pt-BR" sz="2400" dirty="0" err="1"/>
              <a:t>nwifeinc</a:t>
            </a:r>
            <a:r>
              <a:rPr lang="pt-BR" altLang="pt-BR" sz="2400" dirty="0"/>
              <a:t>= outras fontes de renda, inclusive a renda do marido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pt-BR" altLang="pt-BR" sz="2400" dirty="0" err="1"/>
              <a:t>educ</a:t>
            </a:r>
            <a:r>
              <a:rPr lang="pt-BR" altLang="pt-BR" sz="2400" dirty="0"/>
              <a:t> = anos de estudo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pt-BR" altLang="pt-BR" sz="2400" dirty="0" err="1"/>
              <a:t>exper</a:t>
            </a:r>
            <a:r>
              <a:rPr lang="pt-BR" altLang="pt-BR" sz="2400" dirty="0"/>
              <a:t> = experiência anterior no mercado de trabalho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pt-BR" altLang="pt-BR" sz="2400" dirty="0"/>
              <a:t>age = idade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pt-BR" altLang="pt-BR" sz="2400" dirty="0"/>
              <a:t>kidslt6 = filhos menores de 6 anos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pt-BR" altLang="pt-BR" sz="2400" dirty="0"/>
              <a:t>Kidsge6 = filhos maiores de 6 anos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pt-BR" altLang="pt-BR" sz="2400" dirty="0"/>
          </a:p>
        </p:txBody>
      </p:sp>
      <p:sp>
        <p:nvSpPr>
          <p:cNvPr id="12292" name="Espaço Reservado para Número de Slide 4">
            <a:extLst>
              <a:ext uri="{FF2B5EF4-FFF2-40B4-BE49-F238E27FC236}">
                <a16:creationId xmlns:a16="http://schemas.microsoft.com/office/drawing/2014/main" id="{83DF6463-9C58-C111-83D0-6D3E6909EA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fld id="{A5163BCA-5625-4685-8DEF-FAC04B2E821A}" type="slidenum">
              <a:rPr lang="en-US" altLang="pt-BR" sz="1400" smtClean="0">
                <a:solidFill>
                  <a:schemeClr val="tx1"/>
                </a:solidFill>
              </a:rPr>
              <a:pPr/>
              <a:t>9</a:t>
            </a:fld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>
            <a:extLst>
              <a:ext uri="{FF2B5EF4-FFF2-40B4-BE49-F238E27FC236}">
                <a16:creationId xmlns:a16="http://schemas.microsoft.com/office/drawing/2014/main" id="{D52199BE-48DC-6DEE-3AEC-E093117C1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3600" dirty="0"/>
              <a:t>Resultados</a:t>
            </a:r>
          </a:p>
        </p:txBody>
      </p:sp>
      <p:pic>
        <p:nvPicPr>
          <p:cNvPr id="13315" name="Espaço Reservado para Conteúdo 6">
            <a:extLst>
              <a:ext uri="{FF2B5EF4-FFF2-40B4-BE49-F238E27FC236}">
                <a16:creationId xmlns:a16="http://schemas.microsoft.com/office/drawing/2014/main" id="{B8E26FC7-6DD6-7D26-9816-FF6DAB360F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263" y="2705100"/>
            <a:ext cx="8550275" cy="2451100"/>
          </a:xfrm>
        </p:spPr>
      </p:pic>
      <p:sp>
        <p:nvSpPr>
          <p:cNvPr id="13316" name="Espaço Reservado para Número de Slide 4">
            <a:extLst>
              <a:ext uri="{FF2B5EF4-FFF2-40B4-BE49-F238E27FC236}">
                <a16:creationId xmlns:a16="http://schemas.microsoft.com/office/drawing/2014/main" id="{6785C080-8AA0-051F-99CE-9056E5600E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fld id="{FA617660-310F-4B21-8B73-D7C821C85788}" type="slidenum">
              <a:rPr lang="en-US" altLang="pt-BR" sz="1400" smtClean="0">
                <a:solidFill>
                  <a:schemeClr val="tx1"/>
                </a:solidFill>
              </a:rPr>
              <a:pPr/>
              <a:t>10</a:t>
            </a:fld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E0F5A-C909-C599-E5AB-0BDD1A0A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/>
              <a:t>Interpretação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D7EA0F0-1DA8-F45B-5774-B666675C65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3568" y="2060848"/>
                <a:ext cx="7927032" cy="3958952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/>
                  <a:t>Usando as estatísticas t habituais, todas as variáveis, exceto </a:t>
                </a:r>
                <a:r>
                  <a:rPr lang="pt-BR" sz="2800" i="1" dirty="0"/>
                  <a:t>kidge6</a:t>
                </a:r>
                <a:r>
                  <a:rPr lang="pt-BR" sz="2800" dirty="0"/>
                  <a:t>, são estatisticamente significativas e têm os feitos esperados de acordo com a teoria econômica ou a intuição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Coeficiente de </a:t>
                </a:r>
                <a:r>
                  <a:rPr lang="pt-BR" sz="2800" i="1" dirty="0" err="1"/>
                  <a:t>nwifein</a:t>
                </a:r>
                <a:r>
                  <a:rPr lang="pt-BR" sz="2800" dirty="0"/>
                  <a:t> = -0,0034. Se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𝑛𝑤𝑖𝑓𝑒𝑖𝑛𝑐</m:t>
                    </m:r>
                  </m:oMath>
                </a14:m>
                <a:r>
                  <a:rPr lang="pt-BR" sz="2800" dirty="0"/>
                  <a:t> =10 (o que significa um aumento de $10.000), a probabilidade de uma mulher estar na força de trabalho diminui em 0,034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D7EA0F0-1DA8-F45B-5774-B666675C65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68" y="2060848"/>
                <a:ext cx="7927032" cy="3958952"/>
              </a:xfrm>
              <a:blipFill>
                <a:blip r:embed="rId2"/>
                <a:stretch>
                  <a:fillRect l="-1614" t="-2000" r="-15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55ADB6-2D03-BC53-F775-096068A6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3C3B4B-9FCB-4617-96E2-B8C2913B28F9}" type="slidenum">
              <a:rPr lang="en-US" altLang="pt-BR" smtClean="0"/>
              <a:pPr>
                <a:defRPr/>
              </a:pPr>
              <a:t>11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9399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>
            <a:extLst>
              <a:ext uri="{FF2B5EF4-FFF2-40B4-BE49-F238E27FC236}">
                <a16:creationId xmlns:a16="http://schemas.microsoft.com/office/drawing/2014/main" id="{893054B6-5AEA-EFD3-26CC-E25EFC5AD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15363" name="Espaço Reservado para Conteúdo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458A33E-9FC2-B164-64F6-FA534C34DC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altLang="pt-BR" sz="2800" dirty="0"/>
              <a:t>Coeficiente de </a:t>
            </a:r>
            <a:r>
              <a:rPr lang="pt-BR" altLang="pt-BR" sz="2800" i="1" dirty="0" err="1"/>
              <a:t>educ</a:t>
            </a:r>
            <a:r>
              <a:rPr lang="pt-BR" altLang="pt-BR" sz="2800" i="1" dirty="0"/>
              <a:t> = </a:t>
            </a:r>
            <a:r>
              <a:rPr lang="pt-BR" altLang="pt-BR" sz="2800" dirty="0"/>
              <a:t>0,038. Tudo mais mantido constante, um ano a mais de educação aumenta a probabilidade de participação na força de trabalho em 0,038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altLang="pt-BR" sz="2800" dirty="0"/>
              <a:t>Coeficiente de </a:t>
            </a:r>
            <a:r>
              <a:rPr lang="pt-BR" altLang="pt-BR" sz="2800" i="1" dirty="0" err="1"/>
              <a:t>exper</a:t>
            </a:r>
            <a:r>
              <a:rPr lang="pt-BR" altLang="pt-BR" sz="2800" i="1" dirty="0"/>
              <a:t> = </a:t>
            </a:r>
            <a:r>
              <a:rPr lang="pt-BR" altLang="pt-BR" sz="2800" dirty="0"/>
              <a:t>0,039.  Um ano a mais de experiência no mercado de trabalho aumenta a probabilidade de participação na força de trabalho em 0,039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pt-BR" altLang="pt-BR" sz="2800" dirty="0"/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pt-BR" altLang="pt-BR" sz="2800" dirty="0"/>
          </a:p>
        </p:txBody>
      </p:sp>
      <p:sp>
        <p:nvSpPr>
          <p:cNvPr id="15364" name="Espaço Reservado para Número de Slide 4">
            <a:extLst>
              <a:ext uri="{FF2B5EF4-FFF2-40B4-BE49-F238E27FC236}">
                <a16:creationId xmlns:a16="http://schemas.microsoft.com/office/drawing/2014/main" id="{6CFD2D0C-69E6-AEC6-4014-CEBE2C35A8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fld id="{3B68C348-EF22-4668-87B4-E3A030AAC340}" type="slidenum">
              <a:rPr lang="en-US" altLang="pt-BR" sz="1400" smtClean="0">
                <a:solidFill>
                  <a:schemeClr val="tx1"/>
                </a:solidFill>
              </a:rPr>
              <a:pPr/>
              <a:t>12</a:t>
            </a:fld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>
            <a:extLst>
              <a:ext uri="{FF2B5EF4-FFF2-40B4-BE49-F238E27FC236}">
                <a16:creationId xmlns:a16="http://schemas.microsoft.com/office/drawing/2014/main" id="{8DCAE1A0-E865-079B-98CE-963DEA4FE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16387" name="Espaço Reservado para Conteúdo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1C6500D-A181-E7BA-1F1B-6DDC9362F9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44824"/>
            <a:ext cx="8001000" cy="4174976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pt-BR" altLang="pt-BR" sz="2800" i="1" dirty="0"/>
              <a:t>Exper2</a:t>
            </a:r>
            <a:r>
              <a:rPr lang="pt-BR" altLang="pt-BR" sz="2800" dirty="0"/>
              <a:t>: possibilita que o efeito da experiência anterior tenha um efeito decrescente na probabilidade de participação na força de trabalho</a:t>
            </a:r>
          </a:p>
          <a:p>
            <a:pPr marL="0" indent="0" algn="just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pt-BR" altLang="pt-BR" sz="2800" dirty="0"/>
              <a:t>0,039-2(0,0006)</a:t>
            </a:r>
            <a:r>
              <a:rPr lang="pt-BR" altLang="pt-BR" sz="2800" i="1" dirty="0" err="1"/>
              <a:t>exper</a:t>
            </a:r>
            <a:r>
              <a:rPr lang="pt-BR" altLang="pt-BR" sz="2800" i="1" dirty="0"/>
              <a:t> </a:t>
            </a:r>
            <a:r>
              <a:rPr lang="pt-BR" altLang="pt-BR" sz="2800" dirty="0"/>
              <a:t>= 0,039 – 0,0012</a:t>
            </a:r>
            <a:r>
              <a:rPr lang="pt-BR" altLang="pt-BR" sz="2800" i="1" dirty="0"/>
              <a:t>exper</a:t>
            </a:r>
          </a:p>
          <a:p>
            <a:pPr marL="0" indent="0" algn="just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pt-BR" altLang="pt-BR" sz="2800" dirty="0"/>
              <a:t>O ponto no qual a experiência anterior não tem efeito sobre a probabilidade de participação na força de trabalho é 0,039/0,0012 = 32,5 que é alto, dado que somente 13 das 753 mulheres na amostra têm mais de 13 anos de experiência no mercado de trabalho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pt-BR" altLang="pt-BR" dirty="0"/>
          </a:p>
        </p:txBody>
      </p:sp>
      <p:sp>
        <p:nvSpPr>
          <p:cNvPr id="16388" name="Espaço Reservado para Número de Slide 4">
            <a:extLst>
              <a:ext uri="{FF2B5EF4-FFF2-40B4-BE49-F238E27FC236}">
                <a16:creationId xmlns:a16="http://schemas.microsoft.com/office/drawing/2014/main" id="{DA2877CA-25B3-4613-658C-97C369A476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fld id="{09C076AE-CFA8-4307-845F-620A5922763B}" type="slidenum">
              <a:rPr lang="en-US" altLang="pt-BR" sz="1400" smtClean="0">
                <a:solidFill>
                  <a:schemeClr val="tx1"/>
                </a:solidFill>
              </a:rPr>
              <a:pPr/>
              <a:t>13</a:t>
            </a:fld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>
            <a:extLst>
              <a:ext uri="{FF2B5EF4-FFF2-40B4-BE49-F238E27FC236}">
                <a16:creationId xmlns:a16="http://schemas.microsoft.com/office/drawing/2014/main" id="{24B914E5-7DC3-7AF7-8EDC-031FF479B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17411" name="Espaço Reservado para Conteúdo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FB88539-C00D-7DC4-9877-914A791526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916832"/>
            <a:ext cx="7927032" cy="3744416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pt-BR" altLang="pt-BR" dirty="0"/>
              <a:t>O número de filhos mais novos tem um impacto muito grande na participação da força de trabalho</a:t>
            </a:r>
          </a:p>
          <a:p>
            <a:pPr marL="0" indent="0" algn="just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pt-BR" altLang="pt-BR" dirty="0"/>
              <a:t>Coeficiente de </a:t>
            </a:r>
            <a:r>
              <a:rPr lang="pt-BR" altLang="pt-BR" i="1" dirty="0"/>
              <a:t>kidslt6</a:t>
            </a:r>
            <a:r>
              <a:rPr lang="pt-BR" altLang="pt-BR" dirty="0"/>
              <a:t> = -0,262. Ter um filho com menos de 6 anos reduz a probabilidade de participação na força de trabalho em -0,262, mantidas as demais variáveis constantes</a:t>
            </a:r>
          </a:p>
        </p:txBody>
      </p:sp>
      <p:sp>
        <p:nvSpPr>
          <p:cNvPr id="17412" name="Espaço Reservado para Número de Slide 4">
            <a:extLst>
              <a:ext uri="{FF2B5EF4-FFF2-40B4-BE49-F238E27FC236}">
                <a16:creationId xmlns:a16="http://schemas.microsoft.com/office/drawing/2014/main" id="{D6A191A7-B415-C206-25A6-C5995BC93D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fld id="{C64FEC8F-3081-4306-86CD-F265A2488FCA}" type="slidenum">
              <a:rPr lang="en-US" altLang="pt-BR" sz="1400" smtClean="0">
                <a:solidFill>
                  <a:schemeClr val="tx1"/>
                </a:solidFill>
              </a:rPr>
              <a:pPr/>
              <a:t>14</a:t>
            </a:fld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>
            <a:extLst>
              <a:ext uri="{FF2B5EF4-FFF2-40B4-BE49-F238E27FC236}">
                <a16:creationId xmlns:a16="http://schemas.microsoft.com/office/drawing/2014/main" id="{67BAF951-B0A5-377A-0663-F300A6269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18435" name="Espaço Reservado para Conteúdo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3825F65-B7F0-EF70-BA0F-C638AAFC9A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05000"/>
            <a:ext cx="7772400" cy="3972272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altLang="pt-BR" sz="2800" dirty="0"/>
              <a:t>16 dos valores estimados usando essa equação são menores que zero e 17 dos valores estimados são maiores que um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altLang="pt-BR" sz="2800" dirty="0"/>
              <a:t>Equação prevê que passar de zero filho para um filho menor de seis anos reduz a probabilidade em 0,262. Essa também é a redução prevista se a mulher passar de um filho para dois filhos. Parece mais realista que  o primeiro filho tenha um efeito maior sobre a probabilidade de trabalhar</a:t>
            </a:r>
          </a:p>
        </p:txBody>
      </p:sp>
      <p:sp>
        <p:nvSpPr>
          <p:cNvPr id="18436" name="Espaço Reservado para Número de Slide 4">
            <a:extLst>
              <a:ext uri="{FF2B5EF4-FFF2-40B4-BE49-F238E27FC236}">
                <a16:creationId xmlns:a16="http://schemas.microsoft.com/office/drawing/2014/main" id="{974EE83F-0571-BAB7-B0E0-6C142A8943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fld id="{86A72A2E-4EEA-494F-8AC6-A7A2291FA85E}" type="slidenum">
              <a:rPr lang="en-US" altLang="pt-BR" sz="1400" smtClean="0">
                <a:solidFill>
                  <a:schemeClr val="tx1"/>
                </a:solidFill>
              </a:rPr>
              <a:pPr/>
              <a:t>15</a:t>
            </a:fld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4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4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1904</TotalTime>
  <Words>453</Words>
  <Application>Microsoft Office PowerPoint</Application>
  <PresentationFormat>Apresentação na tela (4:3)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Times New Roman</vt:lpstr>
      <vt:lpstr>Wingdings</vt:lpstr>
      <vt:lpstr>Blueprint</vt:lpstr>
      <vt:lpstr>Modelo de probabilidade linear</vt:lpstr>
      <vt:lpstr>Apresentação do PowerPoint</vt:lpstr>
      <vt:lpstr>O que acontece se MQO é usado para explicar um evento qualitativo?</vt:lpstr>
      <vt:lpstr>Apresentação do PowerPoint</vt:lpstr>
      <vt:lpstr>Apresentação do PowerPoint</vt:lpstr>
      <vt:lpstr>Modelo de probabilidade linear</vt:lpstr>
      <vt:lpstr>Apresentação do PowerPoint</vt:lpstr>
      <vt:lpstr>Problemas</vt:lpstr>
      <vt:lpstr>Exemplo: determinantes da participação na força de trabalho de mulheres casadas</vt:lpstr>
      <vt:lpstr>Resultados</vt:lpstr>
      <vt:lpstr>Interpretação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Dartmouth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Probability and Statistics</dc:title>
  <dc:creator>Patricia M. Anderson</dc:creator>
  <cp:lastModifiedBy>Fabiana Rocha</cp:lastModifiedBy>
  <cp:revision>91</cp:revision>
  <cp:lastPrinted>1601-01-01T00:00:00Z</cp:lastPrinted>
  <dcterms:created xsi:type="dcterms:W3CDTF">1999-10-02T17:37:41Z</dcterms:created>
  <dcterms:modified xsi:type="dcterms:W3CDTF">2026-06-06T18:10:31Z</dcterms:modified>
</cp:coreProperties>
</file>